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Cartografia Feminina na Ciência Aberta — 01 Panorama. Mockup visual de dashboard Power BI (wireframe de alta fidelidade, dados ilustrativos).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Cartografia Feminina na Ciência Aberta — 02 Cartografia. Mockup visual de dashboard Power BI (wireframe de alta fidelidade, dados ilustrativos).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Cartografia Feminina na Ciência Aberta — 03 Trajetórias. Mockup visual de dashboard Power BI (wireframe de alta fidelidade, dados ilustrativos).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01_pano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02_cart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03_trajet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2026-08-13T04:04:29Z</dcterms:created>
  <dcterms:modified xsi:type="dcterms:W3CDTF">2026-08-13T04:04:29Z</dcterms:modified>
</cp:coreProperties>
</file>