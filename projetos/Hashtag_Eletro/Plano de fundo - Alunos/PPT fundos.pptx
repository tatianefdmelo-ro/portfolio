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58" r:id="rId3"/>
    <p:sldId id="291" r:id="rId4"/>
    <p:sldId id="29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7"/>
    <a:srgbClr val="F9BD5C"/>
    <a:srgbClr val="FCE4BD"/>
    <a:srgbClr val="FDF1DE"/>
    <a:srgbClr val="0D0D0D"/>
    <a:srgbClr val="634B24"/>
    <a:srgbClr val="916491"/>
    <a:srgbClr val="1AC0AD"/>
    <a:srgbClr val="53151B"/>
    <a:srgbClr val="741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andiotto" userId="d0ee73cb-aefd-4be7-989f-b8efdd4c233d" providerId="ADAL" clId="{B8418AD8-D765-4E8F-872A-5983FF9015E7}"/>
    <pc:docChg chg="delSld">
      <pc:chgData name="Daniel Candiotto" userId="d0ee73cb-aefd-4be7-989f-b8efdd4c233d" providerId="ADAL" clId="{B8418AD8-D765-4E8F-872A-5983FF9015E7}" dt="2022-04-25T18:10:59.946" v="1" actId="47"/>
      <pc:docMkLst>
        <pc:docMk/>
      </pc:docMkLst>
      <pc:sldChg chg="del">
        <pc:chgData name="Daniel Candiotto" userId="d0ee73cb-aefd-4be7-989f-b8efdd4c233d" providerId="ADAL" clId="{B8418AD8-D765-4E8F-872A-5983FF9015E7}" dt="2022-04-25T18:10:53.690" v="0" actId="47"/>
        <pc:sldMkLst>
          <pc:docMk/>
          <pc:sldMk cId="2500504362" sldId="257"/>
        </pc:sldMkLst>
      </pc:sldChg>
      <pc:sldChg chg="del">
        <pc:chgData name="Daniel Candiotto" userId="d0ee73cb-aefd-4be7-989f-b8efdd4c233d" providerId="ADAL" clId="{B8418AD8-D765-4E8F-872A-5983FF9015E7}" dt="2022-04-25T18:10:59.946" v="1" actId="47"/>
        <pc:sldMkLst>
          <pc:docMk/>
          <pc:sldMk cId="2886724877" sldId="259"/>
        </pc:sldMkLst>
      </pc:sldChg>
    </pc:docChg>
  </pc:docChgLst>
  <pc:docChgLst>
    <pc:chgData name="Alon Pinheiro" userId="4501e3c9-5ef7-40cc-a0c2-9ea35ef4d3fb" providerId="ADAL" clId="{06F5B4AB-CE17-4793-8DD2-2B9F0E67DAE9}"/>
    <pc:docChg chg="undo redo custSel addSld delSld modSld sldOrd">
      <pc:chgData name="Alon Pinheiro" userId="4501e3c9-5ef7-40cc-a0c2-9ea35ef4d3fb" providerId="ADAL" clId="{06F5B4AB-CE17-4793-8DD2-2B9F0E67DAE9}" dt="2022-03-17T15:20:39.036" v="1198" actId="14100"/>
      <pc:docMkLst>
        <pc:docMk/>
      </pc:docMkLst>
      <pc:sldChg chg="addSp delSp modSp mod">
        <pc:chgData name="Alon Pinheiro" userId="4501e3c9-5ef7-40cc-a0c2-9ea35ef4d3fb" providerId="ADAL" clId="{06F5B4AB-CE17-4793-8DD2-2B9F0E67DAE9}" dt="2022-03-15T15:23:50.919" v="840" actId="14100"/>
        <pc:sldMkLst>
          <pc:docMk/>
          <pc:sldMk cId="4007591756" sldId="258"/>
        </pc:sldMkLst>
        <pc:spChg chg="mod">
          <ac:chgData name="Alon Pinheiro" userId="4501e3c9-5ef7-40cc-a0c2-9ea35ef4d3fb" providerId="ADAL" clId="{06F5B4AB-CE17-4793-8DD2-2B9F0E67DAE9}" dt="2022-03-10T21:15:59.917" v="11" actId="14100"/>
          <ac:spMkLst>
            <pc:docMk/>
            <pc:sldMk cId="4007591756" sldId="258"/>
            <ac:spMk id="7" creationId="{0D8CA38A-B0F9-4AF2-B944-D168B696BAF1}"/>
          </ac:spMkLst>
        </pc:spChg>
        <pc:spChg chg="add del mod">
          <ac:chgData name="Alon Pinheiro" userId="4501e3c9-5ef7-40cc-a0c2-9ea35ef4d3fb" providerId="ADAL" clId="{06F5B4AB-CE17-4793-8DD2-2B9F0E67DAE9}" dt="2022-03-15T15:10:16.475" v="756" actId="14100"/>
          <ac:spMkLst>
            <pc:docMk/>
            <pc:sldMk cId="4007591756" sldId="258"/>
            <ac:spMk id="8" creationId="{ADC5D783-E39B-4486-B6C3-AE95BE6C9DEE}"/>
          </ac:spMkLst>
        </pc:spChg>
        <pc:spChg chg="del mod">
          <ac:chgData name="Alon Pinheiro" userId="4501e3c9-5ef7-40cc-a0c2-9ea35ef4d3fb" providerId="ADAL" clId="{06F5B4AB-CE17-4793-8DD2-2B9F0E67DAE9}" dt="2022-03-14T21:55:28.039" v="372" actId="478"/>
          <ac:spMkLst>
            <pc:docMk/>
            <pc:sldMk cId="4007591756" sldId="258"/>
            <ac:spMk id="9" creationId="{1C7CBD55-F063-4FD5-9052-325E1B282D87}"/>
          </ac:spMkLst>
        </pc:spChg>
        <pc:spChg chg="del mod">
          <ac:chgData name="Alon Pinheiro" userId="4501e3c9-5ef7-40cc-a0c2-9ea35ef4d3fb" providerId="ADAL" clId="{06F5B4AB-CE17-4793-8DD2-2B9F0E67DAE9}" dt="2022-03-14T21:55:29.374" v="373" actId="478"/>
          <ac:spMkLst>
            <pc:docMk/>
            <pc:sldMk cId="4007591756" sldId="258"/>
            <ac:spMk id="10" creationId="{F1D8A41F-83D5-4B8A-937C-E14CB206B133}"/>
          </ac:spMkLst>
        </pc:spChg>
        <pc:spChg chg="del mod">
          <ac:chgData name="Alon Pinheiro" userId="4501e3c9-5ef7-40cc-a0c2-9ea35ef4d3fb" providerId="ADAL" clId="{06F5B4AB-CE17-4793-8DD2-2B9F0E67DAE9}" dt="2022-03-14T21:55:06.130" v="306" actId="478"/>
          <ac:spMkLst>
            <pc:docMk/>
            <pc:sldMk cId="4007591756" sldId="258"/>
            <ac:spMk id="11" creationId="{E71CAB53-3FD4-4727-903D-CD8ED11FA3F3}"/>
          </ac:spMkLst>
        </pc:spChg>
        <pc:spChg chg="del mod">
          <ac:chgData name="Alon Pinheiro" userId="4501e3c9-5ef7-40cc-a0c2-9ea35ef4d3fb" providerId="ADAL" clId="{06F5B4AB-CE17-4793-8DD2-2B9F0E67DAE9}" dt="2022-03-14T21:55:00.636" v="305" actId="478"/>
          <ac:spMkLst>
            <pc:docMk/>
            <pc:sldMk cId="4007591756" sldId="258"/>
            <ac:spMk id="12" creationId="{A6C68F74-624F-4819-8C11-6318B2EA8F9F}"/>
          </ac:spMkLst>
        </pc:spChg>
        <pc:spChg chg="del mod">
          <ac:chgData name="Alon Pinheiro" userId="4501e3c9-5ef7-40cc-a0c2-9ea35ef4d3fb" providerId="ADAL" clId="{06F5B4AB-CE17-4793-8DD2-2B9F0E67DAE9}" dt="2022-03-15T14:47:26.228" v="556" actId="478"/>
          <ac:spMkLst>
            <pc:docMk/>
            <pc:sldMk cId="4007591756" sldId="258"/>
            <ac:spMk id="25" creationId="{F17222B2-0E9A-4921-B30F-6F8CE8287F75}"/>
          </ac:spMkLst>
        </pc:spChg>
        <pc:spChg chg="del mod">
          <ac:chgData name="Alon Pinheiro" userId="4501e3c9-5ef7-40cc-a0c2-9ea35ef4d3fb" providerId="ADAL" clId="{06F5B4AB-CE17-4793-8DD2-2B9F0E67DAE9}" dt="2022-03-15T14:47:28.462" v="557" actId="478"/>
          <ac:spMkLst>
            <pc:docMk/>
            <pc:sldMk cId="4007591756" sldId="258"/>
            <ac:spMk id="26" creationId="{C6D2705B-19D6-48D2-82B9-6A8A0B7A1D3F}"/>
          </ac:spMkLst>
        </pc:spChg>
        <pc:spChg chg="del mod">
          <ac:chgData name="Alon Pinheiro" userId="4501e3c9-5ef7-40cc-a0c2-9ea35ef4d3fb" providerId="ADAL" clId="{06F5B4AB-CE17-4793-8DD2-2B9F0E67DAE9}" dt="2022-03-15T14:47:29.944" v="558" actId="478"/>
          <ac:spMkLst>
            <pc:docMk/>
            <pc:sldMk cId="4007591756" sldId="258"/>
            <ac:spMk id="27" creationId="{CB2AC403-D929-4527-9FF1-71352DF2E173}"/>
          </ac:spMkLst>
        </pc:spChg>
        <pc:spChg chg="del mod">
          <ac:chgData name="Alon Pinheiro" userId="4501e3c9-5ef7-40cc-a0c2-9ea35ef4d3fb" providerId="ADAL" clId="{06F5B4AB-CE17-4793-8DD2-2B9F0E67DAE9}" dt="2022-03-15T14:47:31.166" v="559" actId="478"/>
          <ac:spMkLst>
            <pc:docMk/>
            <pc:sldMk cId="4007591756" sldId="258"/>
            <ac:spMk id="28" creationId="{5D4B9E8B-FF6F-41A2-8CA2-48E280F568C7}"/>
          </ac:spMkLst>
        </pc:spChg>
        <pc:spChg chg="del mod">
          <ac:chgData name="Alon Pinheiro" userId="4501e3c9-5ef7-40cc-a0c2-9ea35ef4d3fb" providerId="ADAL" clId="{06F5B4AB-CE17-4793-8DD2-2B9F0E67DAE9}" dt="2022-03-15T14:47:32.333" v="560" actId="478"/>
          <ac:spMkLst>
            <pc:docMk/>
            <pc:sldMk cId="4007591756" sldId="258"/>
            <ac:spMk id="29" creationId="{00595B3E-33BF-4E16-842B-5A082C56DF3B}"/>
          </ac:spMkLst>
        </pc:spChg>
        <pc:spChg chg="del mod">
          <ac:chgData name="Alon Pinheiro" userId="4501e3c9-5ef7-40cc-a0c2-9ea35ef4d3fb" providerId="ADAL" clId="{06F5B4AB-CE17-4793-8DD2-2B9F0E67DAE9}" dt="2022-03-15T14:47:35.212" v="561" actId="478"/>
          <ac:spMkLst>
            <pc:docMk/>
            <pc:sldMk cId="4007591756" sldId="258"/>
            <ac:spMk id="30" creationId="{101BD3EF-36D4-48DD-A9A4-3CA825BFA2BA}"/>
          </ac:spMkLst>
        </pc:spChg>
        <pc:spChg chg="del mod">
          <ac:chgData name="Alon Pinheiro" userId="4501e3c9-5ef7-40cc-a0c2-9ea35ef4d3fb" providerId="ADAL" clId="{06F5B4AB-CE17-4793-8DD2-2B9F0E67DAE9}" dt="2022-03-14T21:55:45.982" v="378" actId="478"/>
          <ac:spMkLst>
            <pc:docMk/>
            <pc:sldMk cId="4007591756" sldId="258"/>
            <ac:spMk id="31" creationId="{C348D8A4-A4CA-42AF-8007-1FE7C3E5CAB6}"/>
          </ac:spMkLst>
        </pc:spChg>
        <pc:spChg chg="del mod">
          <ac:chgData name="Alon Pinheiro" userId="4501e3c9-5ef7-40cc-a0c2-9ea35ef4d3fb" providerId="ADAL" clId="{06F5B4AB-CE17-4793-8DD2-2B9F0E67DAE9}" dt="2022-03-14T21:55:40.250" v="375" actId="478"/>
          <ac:spMkLst>
            <pc:docMk/>
            <pc:sldMk cId="4007591756" sldId="258"/>
            <ac:spMk id="34" creationId="{4D367F7E-92BA-4484-8E55-439A342C2ABD}"/>
          </ac:spMkLst>
        </pc:spChg>
        <pc:spChg chg="del mod">
          <ac:chgData name="Alon Pinheiro" userId="4501e3c9-5ef7-40cc-a0c2-9ea35ef4d3fb" providerId="ADAL" clId="{06F5B4AB-CE17-4793-8DD2-2B9F0E67DAE9}" dt="2022-03-14T21:55:48.524" v="379" actId="478"/>
          <ac:spMkLst>
            <pc:docMk/>
            <pc:sldMk cId="4007591756" sldId="258"/>
            <ac:spMk id="35" creationId="{960C8536-F24D-47F8-9A7A-FE7FFBF7C198}"/>
          </ac:spMkLst>
        </pc:spChg>
        <pc:spChg chg="mod">
          <ac:chgData name="Alon Pinheiro" userId="4501e3c9-5ef7-40cc-a0c2-9ea35ef4d3fb" providerId="ADAL" clId="{06F5B4AB-CE17-4793-8DD2-2B9F0E67DAE9}" dt="2022-03-14T22:20:02.890" v="454" actId="14100"/>
          <ac:spMkLst>
            <pc:docMk/>
            <pc:sldMk cId="4007591756" sldId="258"/>
            <ac:spMk id="37" creationId="{C5B56A8B-F850-4D35-9078-C6452818F416}"/>
          </ac:spMkLst>
        </pc:spChg>
        <pc:spChg chg="mod">
          <ac:chgData name="Alon Pinheiro" userId="4501e3c9-5ef7-40cc-a0c2-9ea35ef4d3fb" providerId="ADAL" clId="{06F5B4AB-CE17-4793-8DD2-2B9F0E67DAE9}" dt="2022-03-14T22:20:21.532" v="458" actId="408"/>
          <ac:spMkLst>
            <pc:docMk/>
            <pc:sldMk cId="4007591756" sldId="258"/>
            <ac:spMk id="39" creationId="{F9587F49-B7B8-4D02-85B7-F7CE32E85F5B}"/>
          </ac:spMkLst>
        </pc:spChg>
        <pc:spChg chg="mod">
          <ac:chgData name="Alon Pinheiro" userId="4501e3c9-5ef7-40cc-a0c2-9ea35ef4d3fb" providerId="ADAL" clId="{06F5B4AB-CE17-4793-8DD2-2B9F0E67DAE9}" dt="2022-03-14T22:20:21.532" v="458" actId="408"/>
          <ac:spMkLst>
            <pc:docMk/>
            <pc:sldMk cId="4007591756" sldId="258"/>
            <ac:spMk id="40" creationId="{B3DFD33D-DCE4-47E1-8C81-3AA9CA39C753}"/>
          </ac:spMkLst>
        </pc:spChg>
        <pc:spChg chg="mod topLvl">
          <ac:chgData name="Alon Pinheiro" userId="4501e3c9-5ef7-40cc-a0c2-9ea35ef4d3fb" providerId="ADAL" clId="{06F5B4AB-CE17-4793-8DD2-2B9F0E67DAE9}" dt="2022-03-15T14:53:07.031" v="588" actId="14100"/>
          <ac:spMkLst>
            <pc:docMk/>
            <pc:sldMk cId="4007591756" sldId="258"/>
            <ac:spMk id="41" creationId="{478A284B-69A7-4AE6-A291-6C403F74447F}"/>
          </ac:spMkLst>
        </pc:spChg>
        <pc:spChg chg="mod topLvl">
          <ac:chgData name="Alon Pinheiro" userId="4501e3c9-5ef7-40cc-a0c2-9ea35ef4d3fb" providerId="ADAL" clId="{06F5B4AB-CE17-4793-8DD2-2B9F0E67DAE9}" dt="2022-03-15T14:56:39.325" v="610" actId="478"/>
          <ac:spMkLst>
            <pc:docMk/>
            <pc:sldMk cId="4007591756" sldId="258"/>
            <ac:spMk id="42" creationId="{8A3737E0-0BF3-494C-8B50-D5A18469F520}"/>
          </ac:spMkLst>
        </pc:spChg>
        <pc:spChg chg="mod topLvl">
          <ac:chgData name="Alon Pinheiro" userId="4501e3c9-5ef7-40cc-a0c2-9ea35ef4d3fb" providerId="ADAL" clId="{06F5B4AB-CE17-4793-8DD2-2B9F0E67DAE9}" dt="2022-03-15T15:01:00.366" v="619" actId="478"/>
          <ac:spMkLst>
            <pc:docMk/>
            <pc:sldMk cId="4007591756" sldId="258"/>
            <ac:spMk id="43" creationId="{5E8D7874-8DC4-4099-BB9A-2DC47C929909}"/>
          </ac:spMkLst>
        </pc:spChg>
        <pc:spChg chg="add mod">
          <ac:chgData name="Alon Pinheiro" userId="4501e3c9-5ef7-40cc-a0c2-9ea35ef4d3fb" providerId="ADAL" clId="{06F5B4AB-CE17-4793-8DD2-2B9F0E67DAE9}" dt="2022-03-15T15:02:30.686" v="632" actId="207"/>
          <ac:spMkLst>
            <pc:docMk/>
            <pc:sldMk cId="4007591756" sldId="258"/>
            <ac:spMk id="46" creationId="{6807763A-047A-464D-8D9B-D5654C42272A}"/>
          </ac:spMkLst>
        </pc:spChg>
        <pc:spChg chg="add mod">
          <ac:chgData name="Alon Pinheiro" userId="4501e3c9-5ef7-40cc-a0c2-9ea35ef4d3fb" providerId="ADAL" clId="{06F5B4AB-CE17-4793-8DD2-2B9F0E67DAE9}" dt="2022-03-15T15:18:31.446" v="837" actId="14100"/>
          <ac:spMkLst>
            <pc:docMk/>
            <pc:sldMk cId="4007591756" sldId="258"/>
            <ac:spMk id="48" creationId="{01F0795E-7625-4AB6-8650-7B1D6A7CFD97}"/>
          </ac:spMkLst>
        </pc:spChg>
        <pc:spChg chg="del">
          <ac:chgData name="Alon Pinheiro" userId="4501e3c9-5ef7-40cc-a0c2-9ea35ef4d3fb" providerId="ADAL" clId="{06F5B4AB-CE17-4793-8DD2-2B9F0E67DAE9}" dt="2022-03-10T21:15:43.710" v="6" actId="478"/>
          <ac:spMkLst>
            <pc:docMk/>
            <pc:sldMk cId="4007591756" sldId="258"/>
            <ac:spMk id="50" creationId="{C8697E45-3DD1-42AC-BB4D-7F4AC6228887}"/>
          </ac:spMkLst>
        </pc:spChg>
        <pc:spChg chg="add mod">
          <ac:chgData name="Alon Pinheiro" userId="4501e3c9-5ef7-40cc-a0c2-9ea35ef4d3fb" providerId="ADAL" clId="{06F5B4AB-CE17-4793-8DD2-2B9F0E67DAE9}" dt="2022-03-15T15:20:06.583" v="838" actId="14100"/>
          <ac:spMkLst>
            <pc:docMk/>
            <pc:sldMk cId="4007591756" sldId="258"/>
            <ac:spMk id="50" creationId="{CFACC262-7532-4157-A59D-D4E9EDDAF314}"/>
          </ac:spMkLst>
        </pc:spChg>
        <pc:spChg chg="del">
          <ac:chgData name="Alon Pinheiro" userId="4501e3c9-5ef7-40cc-a0c2-9ea35ef4d3fb" providerId="ADAL" clId="{06F5B4AB-CE17-4793-8DD2-2B9F0E67DAE9}" dt="2022-03-10T21:15:44.600" v="7" actId="478"/>
          <ac:spMkLst>
            <pc:docMk/>
            <pc:sldMk cId="4007591756" sldId="258"/>
            <ac:spMk id="51" creationId="{258C0DB6-BAAA-4F59-8A6A-1423BC5809AA}"/>
          </ac:spMkLst>
        </pc:spChg>
        <pc:spChg chg="add mod">
          <ac:chgData name="Alon Pinheiro" userId="4501e3c9-5ef7-40cc-a0c2-9ea35ef4d3fb" providerId="ADAL" clId="{06F5B4AB-CE17-4793-8DD2-2B9F0E67DAE9}" dt="2022-03-15T15:17:56.776" v="832" actId="1076"/>
          <ac:spMkLst>
            <pc:docMk/>
            <pc:sldMk cId="4007591756" sldId="258"/>
            <ac:spMk id="51" creationId="{A91D80D4-D4AF-4698-A612-73FCB1D3BFD3}"/>
          </ac:spMkLst>
        </pc:spChg>
        <pc:spChg chg="mod">
          <ac:chgData name="Alon Pinheiro" userId="4501e3c9-5ef7-40cc-a0c2-9ea35ef4d3fb" providerId="ADAL" clId="{06F5B4AB-CE17-4793-8DD2-2B9F0E67DAE9}" dt="2022-03-15T15:17:56.776" v="832" actId="1076"/>
          <ac:spMkLst>
            <pc:docMk/>
            <pc:sldMk cId="4007591756" sldId="258"/>
            <ac:spMk id="52" creationId="{FF709F5E-68F4-4BBF-9930-9C439BC818EF}"/>
          </ac:spMkLst>
        </pc:spChg>
        <pc:spChg chg="del mod">
          <ac:chgData name="Alon Pinheiro" userId="4501e3c9-5ef7-40cc-a0c2-9ea35ef4d3fb" providerId="ADAL" clId="{06F5B4AB-CE17-4793-8DD2-2B9F0E67DAE9}" dt="2022-03-15T13:22:32.077" v="552" actId="478"/>
          <ac:spMkLst>
            <pc:docMk/>
            <pc:sldMk cId="4007591756" sldId="258"/>
            <ac:spMk id="53" creationId="{E7AF02B9-8ABC-4427-81E0-593969FB663B}"/>
          </ac:spMkLst>
        </pc:spChg>
        <pc:spChg chg="add mod">
          <ac:chgData name="Alon Pinheiro" userId="4501e3c9-5ef7-40cc-a0c2-9ea35ef4d3fb" providerId="ADAL" clId="{06F5B4AB-CE17-4793-8DD2-2B9F0E67DAE9}" dt="2022-03-15T15:17:56.776" v="832" actId="1076"/>
          <ac:spMkLst>
            <pc:docMk/>
            <pc:sldMk cId="4007591756" sldId="258"/>
            <ac:spMk id="54" creationId="{008BE92A-8DAC-4C84-BF4A-C821BC980EC2}"/>
          </ac:spMkLst>
        </pc:spChg>
        <pc:spChg chg="del">
          <ac:chgData name="Alon Pinheiro" userId="4501e3c9-5ef7-40cc-a0c2-9ea35ef4d3fb" providerId="ADAL" clId="{06F5B4AB-CE17-4793-8DD2-2B9F0E67DAE9}" dt="2022-03-10T21:17:19.306" v="100" actId="478"/>
          <ac:spMkLst>
            <pc:docMk/>
            <pc:sldMk cId="4007591756" sldId="258"/>
            <ac:spMk id="55" creationId="{8EC7F5AA-4258-4B0E-899F-B17F8EC5EB64}"/>
          </ac:spMkLst>
        </pc:spChg>
        <pc:spChg chg="add mod">
          <ac:chgData name="Alon Pinheiro" userId="4501e3c9-5ef7-40cc-a0c2-9ea35ef4d3fb" providerId="ADAL" clId="{06F5B4AB-CE17-4793-8DD2-2B9F0E67DAE9}" dt="2022-03-15T15:06:32.416" v="728" actId="571"/>
          <ac:spMkLst>
            <pc:docMk/>
            <pc:sldMk cId="4007591756" sldId="258"/>
            <ac:spMk id="55" creationId="{DA5EEDB7-3CE4-4574-8688-AA7E811F1965}"/>
          </ac:spMkLst>
        </pc:spChg>
        <pc:spChg chg="add mod">
          <ac:chgData name="Alon Pinheiro" userId="4501e3c9-5ef7-40cc-a0c2-9ea35ef4d3fb" providerId="ADAL" clId="{06F5B4AB-CE17-4793-8DD2-2B9F0E67DAE9}" dt="2022-03-15T15:23:50.919" v="840" actId="14100"/>
          <ac:spMkLst>
            <pc:docMk/>
            <pc:sldMk cId="4007591756" sldId="258"/>
            <ac:spMk id="56" creationId="{261903A7-C55B-467D-836A-82AD339EAE59}"/>
          </ac:spMkLst>
        </pc:spChg>
        <pc:spChg chg="del">
          <ac:chgData name="Alon Pinheiro" userId="4501e3c9-5ef7-40cc-a0c2-9ea35ef4d3fb" providerId="ADAL" clId="{06F5B4AB-CE17-4793-8DD2-2B9F0E67DAE9}" dt="2022-03-10T21:17:21.431" v="103" actId="478"/>
          <ac:spMkLst>
            <pc:docMk/>
            <pc:sldMk cId="4007591756" sldId="258"/>
            <ac:spMk id="56" creationId="{EEDA271D-10B7-45D2-911F-337448EC3FDA}"/>
          </ac:spMkLst>
        </pc:spChg>
        <pc:spChg chg="del mod">
          <ac:chgData name="Alon Pinheiro" userId="4501e3c9-5ef7-40cc-a0c2-9ea35ef4d3fb" providerId="ADAL" clId="{06F5B4AB-CE17-4793-8DD2-2B9F0E67DAE9}" dt="2022-03-15T14:47:39.636" v="567" actId="478"/>
          <ac:spMkLst>
            <pc:docMk/>
            <pc:sldMk cId="4007591756" sldId="258"/>
            <ac:spMk id="60" creationId="{DB39421E-E72D-4D85-A14B-75F8E385D8DE}"/>
          </ac:spMkLst>
        </pc:spChg>
        <pc:spChg chg="add mod">
          <ac:chgData name="Alon Pinheiro" userId="4501e3c9-5ef7-40cc-a0c2-9ea35ef4d3fb" providerId="ADAL" clId="{06F5B4AB-CE17-4793-8DD2-2B9F0E67DAE9}" dt="2022-03-15T15:17:56.776" v="832" actId="1076"/>
          <ac:spMkLst>
            <pc:docMk/>
            <pc:sldMk cId="4007591756" sldId="258"/>
            <ac:spMk id="61" creationId="{07B87CBB-AEC4-40F1-8DE9-95A4C79B64B7}"/>
          </ac:spMkLst>
        </pc:spChg>
        <pc:spChg chg="del mod">
          <ac:chgData name="Alon Pinheiro" userId="4501e3c9-5ef7-40cc-a0c2-9ea35ef4d3fb" providerId="ADAL" clId="{06F5B4AB-CE17-4793-8DD2-2B9F0E67DAE9}" dt="2022-03-10T21:15:32.772" v="5" actId="478"/>
          <ac:spMkLst>
            <pc:docMk/>
            <pc:sldMk cId="4007591756" sldId="258"/>
            <ac:spMk id="72" creationId="{F214FA49-2BDF-4055-8580-48ADF58AAB38}"/>
          </ac:spMkLst>
        </pc:spChg>
        <pc:spChg chg="del">
          <ac:chgData name="Alon Pinheiro" userId="4501e3c9-5ef7-40cc-a0c2-9ea35ef4d3fb" providerId="ADAL" clId="{06F5B4AB-CE17-4793-8DD2-2B9F0E67DAE9}" dt="2022-03-10T21:15:22.282" v="1" actId="478"/>
          <ac:spMkLst>
            <pc:docMk/>
            <pc:sldMk cId="4007591756" sldId="258"/>
            <ac:spMk id="73" creationId="{998F505E-381F-4625-8CF6-E87C40AD472E}"/>
          </ac:spMkLst>
        </pc:spChg>
        <pc:grpChg chg="add del mod">
          <ac:chgData name="Alon Pinheiro" userId="4501e3c9-5ef7-40cc-a0c2-9ea35ef4d3fb" providerId="ADAL" clId="{06F5B4AB-CE17-4793-8DD2-2B9F0E67DAE9}" dt="2022-03-15T14:53:05.999" v="584" actId="478"/>
          <ac:grpSpMkLst>
            <pc:docMk/>
            <pc:sldMk cId="4007591756" sldId="258"/>
            <ac:grpSpMk id="4" creationId="{10D1AD50-89B6-40B6-87DE-97B58352DF7F}"/>
          </ac:grpSpMkLst>
        </pc:grpChg>
        <pc:grpChg chg="add del mod">
          <ac:chgData name="Alon Pinheiro" userId="4501e3c9-5ef7-40cc-a0c2-9ea35ef4d3fb" providerId="ADAL" clId="{06F5B4AB-CE17-4793-8DD2-2B9F0E67DAE9}" dt="2022-03-15T14:56:39.325" v="610" actId="478"/>
          <ac:grpSpMkLst>
            <pc:docMk/>
            <pc:sldMk cId="4007591756" sldId="258"/>
            <ac:grpSpMk id="5" creationId="{88CEBF12-AA74-40BC-9682-EA23C4043AA0}"/>
          </ac:grpSpMkLst>
        </pc:grpChg>
        <pc:grpChg chg="add del mod">
          <ac:chgData name="Alon Pinheiro" userId="4501e3c9-5ef7-40cc-a0c2-9ea35ef4d3fb" providerId="ADAL" clId="{06F5B4AB-CE17-4793-8DD2-2B9F0E67DAE9}" dt="2022-03-15T15:01:00.366" v="619" actId="478"/>
          <ac:grpSpMkLst>
            <pc:docMk/>
            <pc:sldMk cId="4007591756" sldId="258"/>
            <ac:grpSpMk id="6" creationId="{E1D9DC6A-A351-4336-A0D9-F879913962C3}"/>
          </ac:grpSpMkLst>
        </pc:grpChg>
        <pc:picChg chg="add del mod">
          <ac:chgData name="Alon Pinheiro" userId="4501e3c9-5ef7-40cc-a0c2-9ea35ef4d3fb" providerId="ADAL" clId="{06F5B4AB-CE17-4793-8DD2-2B9F0E67DAE9}" dt="2022-03-15T15:10:20.951" v="757" actId="1076"/>
          <ac:picMkLst>
            <pc:docMk/>
            <pc:sldMk cId="4007591756" sldId="258"/>
            <ac:picMk id="3" creationId="{4A7CAEA0-4249-4460-A4BF-44C0E268A9A8}"/>
          </ac:picMkLst>
        </pc:picChg>
        <pc:picChg chg="add del mod">
          <ac:chgData name="Alon Pinheiro" userId="4501e3c9-5ef7-40cc-a0c2-9ea35ef4d3fb" providerId="ADAL" clId="{06F5B4AB-CE17-4793-8DD2-2B9F0E67DAE9}" dt="2022-03-15T14:54:34.408" v="600" actId="478"/>
          <ac:picMkLst>
            <pc:docMk/>
            <pc:sldMk cId="4007591756" sldId="258"/>
            <ac:picMk id="9" creationId="{44397E0F-A5CB-470E-9B6E-D7370718CF5A}"/>
          </ac:picMkLst>
        </pc:picChg>
        <pc:picChg chg="add mod">
          <ac:chgData name="Alon Pinheiro" userId="4501e3c9-5ef7-40cc-a0c2-9ea35ef4d3fb" providerId="ADAL" clId="{06F5B4AB-CE17-4793-8DD2-2B9F0E67DAE9}" dt="2022-03-15T14:54:49.241" v="603" actId="14100"/>
          <ac:picMkLst>
            <pc:docMk/>
            <pc:sldMk cId="4007591756" sldId="258"/>
            <ac:picMk id="11" creationId="{EBC4C546-CE2C-4691-B9A0-2DE01A31555A}"/>
          </ac:picMkLst>
        </pc:picChg>
        <pc:picChg chg="add mod">
          <ac:chgData name="Alon Pinheiro" userId="4501e3c9-5ef7-40cc-a0c2-9ea35ef4d3fb" providerId="ADAL" clId="{06F5B4AB-CE17-4793-8DD2-2B9F0E67DAE9}" dt="2022-03-15T14:56:47.719" v="613" actId="14100"/>
          <ac:picMkLst>
            <pc:docMk/>
            <pc:sldMk cId="4007591756" sldId="258"/>
            <ac:picMk id="13" creationId="{88162DED-97FF-45FB-B985-E0D70DBB6CEF}"/>
          </ac:picMkLst>
        </pc:picChg>
        <pc:picChg chg="del mod">
          <ac:chgData name="Alon Pinheiro" userId="4501e3c9-5ef7-40cc-a0c2-9ea35ef4d3fb" providerId="ADAL" clId="{06F5B4AB-CE17-4793-8DD2-2B9F0E67DAE9}" dt="2022-03-15T14:47:24.612" v="555" actId="478"/>
          <ac:picMkLst>
            <pc:docMk/>
            <pc:sldMk cId="4007591756" sldId="258"/>
            <ac:picMk id="14" creationId="{49181D53-8F30-4CF8-9340-042666D0D925}"/>
          </ac:picMkLst>
        </pc:picChg>
        <pc:picChg chg="del mod">
          <ac:chgData name="Alon Pinheiro" userId="4501e3c9-5ef7-40cc-a0c2-9ea35ef4d3fb" providerId="ADAL" clId="{06F5B4AB-CE17-4793-8DD2-2B9F0E67DAE9}" dt="2022-03-15T14:47:38.216" v="566" actId="478"/>
          <ac:picMkLst>
            <pc:docMk/>
            <pc:sldMk cId="4007591756" sldId="258"/>
            <ac:picMk id="16" creationId="{57BF803D-85B1-46C9-9C48-9F5B2475DF35}"/>
          </ac:picMkLst>
        </pc:picChg>
        <pc:picChg chg="add mod">
          <ac:chgData name="Alon Pinheiro" userId="4501e3c9-5ef7-40cc-a0c2-9ea35ef4d3fb" providerId="ADAL" clId="{06F5B4AB-CE17-4793-8DD2-2B9F0E67DAE9}" dt="2022-03-15T15:03:09.385" v="638" actId="14100"/>
          <ac:picMkLst>
            <pc:docMk/>
            <pc:sldMk cId="4007591756" sldId="258"/>
            <ac:picMk id="17" creationId="{BFC50DF8-B8DA-4199-B571-D81FDB5D3FEC}"/>
          </ac:picMkLst>
        </pc:picChg>
        <pc:picChg chg="del mod">
          <ac:chgData name="Alon Pinheiro" userId="4501e3c9-5ef7-40cc-a0c2-9ea35ef4d3fb" providerId="ADAL" clId="{06F5B4AB-CE17-4793-8DD2-2B9F0E67DAE9}" dt="2022-03-15T14:47:37.672" v="565" actId="478"/>
          <ac:picMkLst>
            <pc:docMk/>
            <pc:sldMk cId="4007591756" sldId="258"/>
            <ac:picMk id="18" creationId="{16794907-1268-4D08-943D-E5BFD4F4983F}"/>
          </ac:picMkLst>
        </pc:picChg>
        <pc:picChg chg="del mod">
          <ac:chgData name="Alon Pinheiro" userId="4501e3c9-5ef7-40cc-a0c2-9ea35ef4d3fb" providerId="ADAL" clId="{06F5B4AB-CE17-4793-8DD2-2B9F0E67DAE9}" dt="2022-03-15T14:47:37.112" v="564" actId="478"/>
          <ac:picMkLst>
            <pc:docMk/>
            <pc:sldMk cId="4007591756" sldId="258"/>
            <ac:picMk id="20" creationId="{108A0E4C-2C91-4A9A-B490-6B2E5DC96C69}"/>
          </ac:picMkLst>
        </pc:picChg>
        <pc:picChg chg="add mod ord">
          <ac:chgData name="Alon Pinheiro" userId="4501e3c9-5ef7-40cc-a0c2-9ea35ef4d3fb" providerId="ADAL" clId="{06F5B4AB-CE17-4793-8DD2-2B9F0E67DAE9}" dt="2022-03-15T15:02:41.910" v="637" actId="1035"/>
          <ac:picMkLst>
            <pc:docMk/>
            <pc:sldMk cId="4007591756" sldId="258"/>
            <ac:picMk id="21" creationId="{B814E522-7832-4BCC-8BC4-96861A7617D9}"/>
          </ac:picMkLst>
        </pc:picChg>
        <pc:picChg chg="del mod">
          <ac:chgData name="Alon Pinheiro" userId="4501e3c9-5ef7-40cc-a0c2-9ea35ef4d3fb" providerId="ADAL" clId="{06F5B4AB-CE17-4793-8DD2-2B9F0E67DAE9}" dt="2022-03-15T14:47:36.507" v="563" actId="478"/>
          <ac:picMkLst>
            <pc:docMk/>
            <pc:sldMk cId="4007591756" sldId="258"/>
            <ac:picMk id="22" creationId="{2132788F-6E81-471D-9D34-1467C4136126}"/>
          </ac:picMkLst>
        </pc:picChg>
        <pc:picChg chg="del mod">
          <ac:chgData name="Alon Pinheiro" userId="4501e3c9-5ef7-40cc-a0c2-9ea35ef4d3fb" providerId="ADAL" clId="{06F5B4AB-CE17-4793-8DD2-2B9F0E67DAE9}" dt="2022-03-15T14:47:35.863" v="562" actId="478"/>
          <ac:picMkLst>
            <pc:docMk/>
            <pc:sldMk cId="4007591756" sldId="258"/>
            <ac:picMk id="24" creationId="{E2120F6B-6957-4FD5-98F6-4CFF38916FA0}"/>
          </ac:picMkLst>
        </pc:picChg>
        <pc:picChg chg="del mod">
          <ac:chgData name="Alon Pinheiro" userId="4501e3c9-5ef7-40cc-a0c2-9ea35ef4d3fb" providerId="ADAL" clId="{06F5B4AB-CE17-4793-8DD2-2B9F0E67DAE9}" dt="2022-03-14T21:55:43.618" v="376" actId="478"/>
          <ac:picMkLst>
            <pc:docMk/>
            <pc:sldMk cId="4007591756" sldId="258"/>
            <ac:picMk id="33" creationId="{8CB17894-7AB8-4699-BE5B-FC7556507D31}"/>
          </ac:picMkLst>
        </pc:picChg>
        <pc:picChg chg="add del mod topLvl">
          <ac:chgData name="Alon Pinheiro" userId="4501e3c9-5ef7-40cc-a0c2-9ea35ef4d3fb" providerId="ADAL" clId="{06F5B4AB-CE17-4793-8DD2-2B9F0E67DAE9}" dt="2022-03-15T14:53:05.999" v="584" actId="478"/>
          <ac:picMkLst>
            <pc:docMk/>
            <pc:sldMk cId="4007591756" sldId="258"/>
            <ac:picMk id="45" creationId="{E748E1D2-8899-4C3F-9422-3AC2A2484CD9}"/>
          </ac:picMkLst>
        </pc:picChg>
        <pc:picChg chg="del mod topLvl">
          <ac:chgData name="Alon Pinheiro" userId="4501e3c9-5ef7-40cc-a0c2-9ea35ef4d3fb" providerId="ADAL" clId="{06F5B4AB-CE17-4793-8DD2-2B9F0E67DAE9}" dt="2022-03-15T14:56:39.325" v="610" actId="478"/>
          <ac:picMkLst>
            <pc:docMk/>
            <pc:sldMk cId="4007591756" sldId="258"/>
            <ac:picMk id="47" creationId="{7E4B8D6F-9684-49F5-873A-CD5078616BE5}"/>
          </ac:picMkLst>
        </pc:picChg>
        <pc:picChg chg="del mod topLvl">
          <ac:chgData name="Alon Pinheiro" userId="4501e3c9-5ef7-40cc-a0c2-9ea35ef4d3fb" providerId="ADAL" clId="{06F5B4AB-CE17-4793-8DD2-2B9F0E67DAE9}" dt="2022-03-15T15:01:00.366" v="619" actId="478"/>
          <ac:picMkLst>
            <pc:docMk/>
            <pc:sldMk cId="4007591756" sldId="258"/>
            <ac:picMk id="49" creationId="{0B9212B4-527F-44BB-8AC1-D34415EA2458}"/>
          </ac:picMkLst>
        </pc:picChg>
        <pc:picChg chg="add mod">
          <ac:chgData name="Alon Pinheiro" userId="4501e3c9-5ef7-40cc-a0c2-9ea35ef4d3fb" providerId="ADAL" clId="{06F5B4AB-CE17-4793-8DD2-2B9F0E67DAE9}" dt="2022-03-15T15:11:02.092" v="798" actId="108"/>
          <ac:picMkLst>
            <pc:docMk/>
            <pc:sldMk cId="4007591756" sldId="258"/>
            <ac:picMk id="57" creationId="{B7B9323D-05E9-4B4F-9661-0C01A1BEF925}"/>
          </ac:picMkLst>
        </pc:picChg>
        <pc:picChg chg="add del mod">
          <ac:chgData name="Alon Pinheiro" userId="4501e3c9-5ef7-40cc-a0c2-9ea35ef4d3fb" providerId="ADAL" clId="{06F5B4AB-CE17-4793-8DD2-2B9F0E67DAE9}" dt="2022-03-15T15:09:16.082" v="741" actId="478"/>
          <ac:picMkLst>
            <pc:docMk/>
            <pc:sldMk cId="4007591756" sldId="258"/>
            <ac:picMk id="58" creationId="{81546CD5-9CBE-4F88-B925-E86C94331A5F}"/>
          </ac:picMkLst>
        </pc:picChg>
        <pc:picChg chg="add mod">
          <ac:chgData name="Alon Pinheiro" userId="4501e3c9-5ef7-40cc-a0c2-9ea35ef4d3fb" providerId="ADAL" clId="{06F5B4AB-CE17-4793-8DD2-2B9F0E67DAE9}" dt="2022-03-15T15:10:57.847" v="797" actId="14861"/>
          <ac:picMkLst>
            <pc:docMk/>
            <pc:sldMk cId="4007591756" sldId="258"/>
            <ac:picMk id="59" creationId="{B163614B-4B6F-4049-B536-C0A13F1AEB59}"/>
          </ac:picMkLst>
        </pc:picChg>
        <pc:picChg chg="del">
          <ac:chgData name="Alon Pinheiro" userId="4501e3c9-5ef7-40cc-a0c2-9ea35ef4d3fb" providerId="ADAL" clId="{06F5B4AB-CE17-4793-8DD2-2B9F0E67DAE9}" dt="2022-03-10T21:17:20.711" v="102" actId="478"/>
          <ac:picMkLst>
            <pc:docMk/>
            <pc:sldMk cId="4007591756" sldId="258"/>
            <ac:picMk id="64" creationId="{032F9C1C-83A4-488C-8A29-18C1BEEDC264}"/>
          </ac:picMkLst>
        </pc:picChg>
        <pc:picChg chg="del">
          <ac:chgData name="Alon Pinheiro" userId="4501e3c9-5ef7-40cc-a0c2-9ea35ef4d3fb" providerId="ADAL" clId="{06F5B4AB-CE17-4793-8DD2-2B9F0E67DAE9}" dt="2022-03-10T21:17:19.899" v="101" actId="478"/>
          <ac:picMkLst>
            <pc:docMk/>
            <pc:sldMk cId="4007591756" sldId="258"/>
            <ac:picMk id="65" creationId="{C41534C8-225C-4F87-A3BD-EBAC7F73CDC0}"/>
          </ac:picMkLst>
        </pc:picChg>
        <pc:picChg chg="del mod">
          <ac:chgData name="Alon Pinheiro" userId="4501e3c9-5ef7-40cc-a0c2-9ea35ef4d3fb" providerId="ADAL" clId="{06F5B4AB-CE17-4793-8DD2-2B9F0E67DAE9}" dt="2022-03-14T21:55:44.864" v="377" actId="478"/>
          <ac:picMkLst>
            <pc:docMk/>
            <pc:sldMk cId="4007591756" sldId="258"/>
            <ac:picMk id="67" creationId="{EF341F39-CE76-4FBC-9507-CAC69D472B9C}"/>
          </ac:picMkLst>
        </pc:picChg>
        <pc:picChg chg="del mod">
          <ac:chgData name="Alon Pinheiro" userId="4501e3c9-5ef7-40cc-a0c2-9ea35ef4d3fb" providerId="ADAL" clId="{06F5B4AB-CE17-4793-8DD2-2B9F0E67DAE9}" dt="2022-03-14T22:17:09.770" v="411" actId="478"/>
          <ac:picMkLst>
            <pc:docMk/>
            <pc:sldMk cId="4007591756" sldId="258"/>
            <ac:picMk id="68" creationId="{6B237BC4-0AFC-469E-8224-389530357A99}"/>
          </ac:picMkLst>
        </pc:picChg>
        <pc:picChg chg="del mod">
          <ac:chgData name="Alon Pinheiro" userId="4501e3c9-5ef7-40cc-a0c2-9ea35ef4d3fb" providerId="ADAL" clId="{06F5B4AB-CE17-4793-8DD2-2B9F0E67DAE9}" dt="2022-03-14T22:17:11.548" v="412" actId="478"/>
          <ac:picMkLst>
            <pc:docMk/>
            <pc:sldMk cId="4007591756" sldId="258"/>
            <ac:picMk id="69" creationId="{D16F3D77-963A-400F-B084-C1422A952FD2}"/>
          </ac:picMkLst>
        </pc:picChg>
        <pc:picChg chg="del mod">
          <ac:chgData name="Alon Pinheiro" userId="4501e3c9-5ef7-40cc-a0c2-9ea35ef4d3fb" providerId="ADAL" clId="{06F5B4AB-CE17-4793-8DD2-2B9F0E67DAE9}" dt="2022-03-14T22:17:13.129" v="413" actId="478"/>
          <ac:picMkLst>
            <pc:docMk/>
            <pc:sldMk cId="4007591756" sldId="258"/>
            <ac:picMk id="70" creationId="{E6B7E61C-EC6F-4709-9591-917D4A6C7BCA}"/>
          </ac:picMkLst>
        </pc:picChg>
        <pc:picChg chg="mod">
          <ac:chgData name="Alon Pinheiro" userId="4501e3c9-5ef7-40cc-a0c2-9ea35ef4d3fb" providerId="ADAL" clId="{06F5B4AB-CE17-4793-8DD2-2B9F0E67DAE9}" dt="2022-03-15T15:17:56.776" v="832" actId="1076"/>
          <ac:picMkLst>
            <pc:docMk/>
            <pc:sldMk cId="4007591756" sldId="258"/>
            <ac:picMk id="71" creationId="{B7BC86B9-7AE3-4EDC-9C5B-0F4DF6AF4792}"/>
          </ac:picMkLst>
        </pc:picChg>
        <pc:picChg chg="del">
          <ac:chgData name="Alon Pinheiro" userId="4501e3c9-5ef7-40cc-a0c2-9ea35ef4d3fb" providerId="ADAL" clId="{06F5B4AB-CE17-4793-8DD2-2B9F0E67DAE9}" dt="2022-03-10T21:15:24.226" v="2" actId="478"/>
          <ac:picMkLst>
            <pc:docMk/>
            <pc:sldMk cId="4007591756" sldId="258"/>
            <ac:picMk id="75" creationId="{2EAEAD56-5476-4287-B888-F6B0AB2CE422}"/>
          </ac:picMkLst>
        </pc:picChg>
      </pc:sldChg>
      <pc:sldChg chg="addSp delSp modSp add mod ord">
        <pc:chgData name="Alon Pinheiro" userId="4501e3c9-5ef7-40cc-a0c2-9ea35ef4d3fb" providerId="ADAL" clId="{06F5B4AB-CE17-4793-8DD2-2B9F0E67DAE9}" dt="2022-03-16T15:15:19.853" v="1080" actId="20577"/>
        <pc:sldMkLst>
          <pc:docMk/>
          <pc:sldMk cId="2254561431" sldId="289"/>
        </pc:sldMkLst>
        <pc:spChg chg="mod">
          <ac:chgData name="Alon Pinheiro" userId="4501e3c9-5ef7-40cc-a0c2-9ea35ef4d3fb" providerId="ADAL" clId="{06F5B4AB-CE17-4793-8DD2-2B9F0E67DAE9}" dt="2022-03-16T15:15:19.853" v="1080" actId="20577"/>
          <ac:spMkLst>
            <pc:docMk/>
            <pc:sldMk cId="2254561431" sldId="289"/>
            <ac:spMk id="3" creationId="{46CF7D42-3571-4D08-8419-5931AB5F93DC}"/>
          </ac:spMkLst>
        </pc:spChg>
        <pc:spChg chg="add del mod">
          <ac:chgData name="Alon Pinheiro" userId="4501e3c9-5ef7-40cc-a0c2-9ea35ef4d3fb" providerId="ADAL" clId="{06F5B4AB-CE17-4793-8DD2-2B9F0E67DAE9}" dt="2022-03-15T16:07:36.624" v="1053"/>
          <ac:spMkLst>
            <pc:docMk/>
            <pc:sldMk cId="2254561431" sldId="289"/>
            <ac:spMk id="9" creationId="{187501D5-FD53-4DE1-9C98-4B21FAC0B1F7}"/>
          </ac:spMkLst>
        </pc:spChg>
        <pc:spChg chg="mod">
          <ac:chgData name="Alon Pinheiro" userId="4501e3c9-5ef7-40cc-a0c2-9ea35ef4d3fb" providerId="ADAL" clId="{06F5B4AB-CE17-4793-8DD2-2B9F0E67DAE9}" dt="2022-03-15T16:06:19.898" v="981" actId="14838"/>
          <ac:spMkLst>
            <pc:docMk/>
            <pc:sldMk cId="2254561431" sldId="289"/>
            <ac:spMk id="11" creationId="{559D33AD-C41D-496A-80BD-C9289D5CF0BC}"/>
          </ac:spMkLst>
        </pc:spChg>
        <pc:spChg chg="mod ord">
          <ac:chgData name="Alon Pinheiro" userId="4501e3c9-5ef7-40cc-a0c2-9ea35ef4d3fb" providerId="ADAL" clId="{06F5B4AB-CE17-4793-8DD2-2B9F0E67DAE9}" dt="2022-03-15T16:07:35.529" v="1051" actId="108"/>
          <ac:spMkLst>
            <pc:docMk/>
            <pc:sldMk cId="2254561431" sldId="289"/>
            <ac:spMk id="12" creationId="{01341C2E-6883-4EDB-8E19-E29051B4E4DA}"/>
          </ac:spMkLst>
        </pc:spChg>
        <pc:picChg chg="mod">
          <ac:chgData name="Alon Pinheiro" userId="4501e3c9-5ef7-40cc-a0c2-9ea35ef4d3fb" providerId="ADAL" clId="{06F5B4AB-CE17-4793-8DD2-2B9F0E67DAE9}" dt="2022-03-15T16:05:50.307" v="978" actId="14861"/>
          <ac:picMkLst>
            <pc:docMk/>
            <pc:sldMk cId="2254561431" sldId="289"/>
            <ac:picMk id="7" creationId="{5D463B63-AA89-4F30-BD43-929CF48B8C47}"/>
          </ac:picMkLst>
        </pc:picChg>
        <pc:picChg chg="mod">
          <ac:chgData name="Alon Pinheiro" userId="4501e3c9-5ef7-40cc-a0c2-9ea35ef4d3fb" providerId="ADAL" clId="{06F5B4AB-CE17-4793-8DD2-2B9F0E67DAE9}" dt="2022-03-16T15:14:44.461" v="1067" actId="14861"/>
          <ac:picMkLst>
            <pc:docMk/>
            <pc:sldMk cId="2254561431" sldId="289"/>
            <ac:picMk id="8" creationId="{C53F557F-F72B-49B9-A314-589E101E03A0}"/>
          </ac:picMkLst>
        </pc:picChg>
        <pc:picChg chg="mod">
          <ac:chgData name="Alon Pinheiro" userId="4501e3c9-5ef7-40cc-a0c2-9ea35ef4d3fb" providerId="ADAL" clId="{06F5B4AB-CE17-4793-8DD2-2B9F0E67DAE9}" dt="2022-03-16T15:15:06.540" v="1068"/>
          <ac:picMkLst>
            <pc:docMk/>
            <pc:sldMk cId="2254561431" sldId="289"/>
            <ac:picMk id="1030" creationId="{68D20A31-D0F9-4C5C-8A5B-3160FC81CA19}"/>
          </ac:picMkLst>
        </pc:picChg>
      </pc:sldChg>
      <pc:sldChg chg="addSp delSp modSp add mod setBg">
        <pc:chgData name="Alon Pinheiro" userId="4501e3c9-5ef7-40cc-a0c2-9ea35ef4d3fb" providerId="ADAL" clId="{06F5B4AB-CE17-4793-8DD2-2B9F0E67DAE9}" dt="2022-03-17T15:20:39.036" v="1198" actId="14100"/>
        <pc:sldMkLst>
          <pc:docMk/>
          <pc:sldMk cId="3054807929" sldId="290"/>
        </pc:sldMkLst>
        <pc:spChg chg="mod">
          <ac:chgData name="Alon Pinheiro" userId="4501e3c9-5ef7-40cc-a0c2-9ea35ef4d3fb" providerId="ADAL" clId="{06F5B4AB-CE17-4793-8DD2-2B9F0E67DAE9}" dt="2022-03-17T15:04:56.543" v="1146" actId="14100"/>
          <ac:spMkLst>
            <pc:docMk/>
            <pc:sldMk cId="3054807929" sldId="290"/>
            <ac:spMk id="7" creationId="{0D8CA38A-B0F9-4AF2-B944-D168B696BAF1}"/>
          </ac:spMkLst>
        </pc:spChg>
        <pc:spChg chg="mod">
          <ac:chgData name="Alon Pinheiro" userId="4501e3c9-5ef7-40cc-a0c2-9ea35ef4d3fb" providerId="ADAL" clId="{06F5B4AB-CE17-4793-8DD2-2B9F0E67DAE9}" dt="2022-03-17T15:19:08.197" v="1192" actId="14100"/>
          <ac:spMkLst>
            <pc:docMk/>
            <pc:sldMk cId="3054807929" sldId="290"/>
            <ac:spMk id="8" creationId="{ADC5D783-E39B-4486-B6C3-AE95BE6C9DEE}"/>
          </ac:spMkLst>
        </pc:spChg>
        <pc:spChg chg="del">
          <ac:chgData name="Alon Pinheiro" userId="4501e3c9-5ef7-40cc-a0c2-9ea35ef4d3fb" providerId="ADAL" clId="{06F5B4AB-CE17-4793-8DD2-2B9F0E67DAE9}" dt="2022-03-17T14:48:13.908" v="1102" actId="478"/>
          <ac:spMkLst>
            <pc:docMk/>
            <pc:sldMk cId="3054807929" sldId="290"/>
            <ac:spMk id="36" creationId="{C680C5B4-B785-47C3-9DAE-60876FCE1970}"/>
          </ac:spMkLst>
        </pc:spChg>
        <pc:spChg chg="mod">
          <ac:chgData name="Alon Pinheiro" userId="4501e3c9-5ef7-40cc-a0c2-9ea35ef4d3fb" providerId="ADAL" clId="{06F5B4AB-CE17-4793-8DD2-2B9F0E67DAE9}" dt="2022-03-17T15:19:37.216" v="1196" actId="14100"/>
          <ac:spMkLst>
            <pc:docMk/>
            <pc:sldMk cId="3054807929" sldId="290"/>
            <ac:spMk id="37" creationId="{C5B56A8B-F850-4D35-9078-C6452818F416}"/>
          </ac:spMkLst>
        </pc:spChg>
        <pc:spChg chg="mod">
          <ac:chgData name="Alon Pinheiro" userId="4501e3c9-5ef7-40cc-a0c2-9ea35ef4d3fb" providerId="ADAL" clId="{06F5B4AB-CE17-4793-8DD2-2B9F0E67DAE9}" dt="2022-03-17T15:20:36.156" v="1197" actId="14100"/>
          <ac:spMkLst>
            <pc:docMk/>
            <pc:sldMk cId="3054807929" sldId="290"/>
            <ac:spMk id="39" creationId="{F9587F49-B7B8-4D02-85B7-F7CE32E85F5B}"/>
          </ac:spMkLst>
        </pc:spChg>
        <pc:spChg chg="del">
          <ac:chgData name="Alon Pinheiro" userId="4501e3c9-5ef7-40cc-a0c2-9ea35ef4d3fb" providerId="ADAL" clId="{06F5B4AB-CE17-4793-8DD2-2B9F0E67DAE9}" dt="2022-03-17T14:47:30.304" v="1091" actId="478"/>
          <ac:spMkLst>
            <pc:docMk/>
            <pc:sldMk cId="3054807929" sldId="290"/>
            <ac:spMk id="40" creationId="{B3DFD33D-DCE4-47E1-8C81-3AA9CA39C753}"/>
          </ac:spMkLst>
        </pc:spChg>
        <pc:spChg chg="del">
          <ac:chgData name="Alon Pinheiro" userId="4501e3c9-5ef7-40cc-a0c2-9ea35ef4d3fb" providerId="ADAL" clId="{06F5B4AB-CE17-4793-8DD2-2B9F0E67DAE9}" dt="2022-03-17T14:47:24.620" v="1086" actId="478"/>
          <ac:spMkLst>
            <pc:docMk/>
            <pc:sldMk cId="3054807929" sldId="290"/>
            <ac:spMk id="41" creationId="{478A284B-69A7-4AE6-A291-6C403F74447F}"/>
          </ac:spMkLst>
        </pc:spChg>
        <pc:spChg chg="del">
          <ac:chgData name="Alon Pinheiro" userId="4501e3c9-5ef7-40cc-a0c2-9ea35ef4d3fb" providerId="ADAL" clId="{06F5B4AB-CE17-4793-8DD2-2B9F0E67DAE9}" dt="2022-03-17T14:47:25.921" v="1088" actId="478"/>
          <ac:spMkLst>
            <pc:docMk/>
            <pc:sldMk cId="3054807929" sldId="290"/>
            <ac:spMk id="42" creationId="{8A3737E0-0BF3-494C-8B50-D5A18469F520}"/>
          </ac:spMkLst>
        </pc:spChg>
        <pc:spChg chg="del">
          <ac:chgData name="Alon Pinheiro" userId="4501e3c9-5ef7-40cc-a0c2-9ea35ef4d3fb" providerId="ADAL" clId="{06F5B4AB-CE17-4793-8DD2-2B9F0E67DAE9}" dt="2022-03-17T14:47:27.553" v="1090" actId="478"/>
          <ac:spMkLst>
            <pc:docMk/>
            <pc:sldMk cId="3054807929" sldId="290"/>
            <ac:spMk id="43" creationId="{5E8D7874-8DC4-4099-BB9A-2DC47C929909}"/>
          </ac:spMkLst>
        </pc:spChg>
        <pc:spChg chg="del">
          <ac:chgData name="Alon Pinheiro" userId="4501e3c9-5ef7-40cc-a0c2-9ea35ef4d3fb" providerId="ADAL" clId="{06F5B4AB-CE17-4793-8DD2-2B9F0E67DAE9}" dt="2022-03-17T14:47:43.784" v="1094" actId="478"/>
          <ac:spMkLst>
            <pc:docMk/>
            <pc:sldMk cId="3054807929" sldId="290"/>
            <ac:spMk id="46" creationId="{6807763A-047A-464D-8D9B-D5654C42272A}"/>
          </ac:spMkLst>
        </pc:spChg>
        <pc:spChg chg="del">
          <ac:chgData name="Alon Pinheiro" userId="4501e3c9-5ef7-40cc-a0c2-9ea35ef4d3fb" providerId="ADAL" clId="{06F5B4AB-CE17-4793-8DD2-2B9F0E67DAE9}" dt="2022-03-17T14:47:43.207" v="1093" actId="478"/>
          <ac:spMkLst>
            <pc:docMk/>
            <pc:sldMk cId="3054807929" sldId="290"/>
            <ac:spMk id="48" creationId="{01F0795E-7625-4AB6-8650-7B1D6A7CFD97}"/>
          </ac:spMkLst>
        </pc:spChg>
        <pc:spChg chg="mod">
          <ac:chgData name="Alon Pinheiro" userId="4501e3c9-5ef7-40cc-a0c2-9ea35ef4d3fb" providerId="ADAL" clId="{06F5B4AB-CE17-4793-8DD2-2B9F0E67DAE9}" dt="2022-03-17T15:20:39.036" v="1198" actId="14100"/>
          <ac:spMkLst>
            <pc:docMk/>
            <pc:sldMk cId="3054807929" sldId="290"/>
            <ac:spMk id="50" creationId="{CFACC262-7532-4157-A59D-D4E9EDDAF314}"/>
          </ac:spMkLst>
        </pc:spChg>
        <pc:spChg chg="del">
          <ac:chgData name="Alon Pinheiro" userId="4501e3c9-5ef7-40cc-a0c2-9ea35ef4d3fb" providerId="ADAL" clId="{06F5B4AB-CE17-4793-8DD2-2B9F0E67DAE9}" dt="2022-03-17T14:47:56" v="1097" actId="478"/>
          <ac:spMkLst>
            <pc:docMk/>
            <pc:sldMk cId="3054807929" sldId="290"/>
            <ac:spMk id="51" creationId="{A91D80D4-D4AF-4698-A612-73FCB1D3BFD3}"/>
          </ac:spMkLst>
        </pc:spChg>
        <pc:spChg chg="del">
          <ac:chgData name="Alon Pinheiro" userId="4501e3c9-5ef7-40cc-a0c2-9ea35ef4d3fb" providerId="ADAL" clId="{06F5B4AB-CE17-4793-8DD2-2B9F0E67DAE9}" dt="2022-03-17T14:47:56.422" v="1098" actId="478"/>
          <ac:spMkLst>
            <pc:docMk/>
            <pc:sldMk cId="3054807929" sldId="290"/>
            <ac:spMk id="52" creationId="{FF709F5E-68F4-4BBF-9930-9C439BC818EF}"/>
          </ac:spMkLst>
        </pc:spChg>
        <pc:spChg chg="del">
          <ac:chgData name="Alon Pinheiro" userId="4501e3c9-5ef7-40cc-a0c2-9ea35ef4d3fb" providerId="ADAL" clId="{06F5B4AB-CE17-4793-8DD2-2B9F0E67DAE9}" dt="2022-03-17T14:47:55.530" v="1096" actId="478"/>
          <ac:spMkLst>
            <pc:docMk/>
            <pc:sldMk cId="3054807929" sldId="290"/>
            <ac:spMk id="54" creationId="{008BE92A-8DAC-4C84-BF4A-C821BC980EC2}"/>
          </ac:spMkLst>
        </pc:spChg>
        <pc:spChg chg="del">
          <ac:chgData name="Alon Pinheiro" userId="4501e3c9-5ef7-40cc-a0c2-9ea35ef4d3fb" providerId="ADAL" clId="{06F5B4AB-CE17-4793-8DD2-2B9F0E67DAE9}" dt="2022-03-17T14:47:46.752" v="1095" actId="478"/>
          <ac:spMkLst>
            <pc:docMk/>
            <pc:sldMk cId="3054807929" sldId="290"/>
            <ac:spMk id="56" creationId="{261903A7-C55B-467D-836A-82AD339EAE59}"/>
          </ac:spMkLst>
        </pc:spChg>
        <pc:spChg chg="del">
          <ac:chgData name="Alon Pinheiro" userId="4501e3c9-5ef7-40cc-a0c2-9ea35ef4d3fb" providerId="ADAL" clId="{06F5B4AB-CE17-4793-8DD2-2B9F0E67DAE9}" dt="2022-03-17T14:47:57.792" v="1100" actId="478"/>
          <ac:spMkLst>
            <pc:docMk/>
            <pc:sldMk cId="3054807929" sldId="290"/>
            <ac:spMk id="61" creationId="{07B87CBB-AEC4-40F1-8DE9-95A4C79B64B7}"/>
          </ac:spMkLst>
        </pc:spChg>
        <pc:picChg chg="del">
          <ac:chgData name="Alon Pinheiro" userId="4501e3c9-5ef7-40cc-a0c2-9ea35ef4d3fb" providerId="ADAL" clId="{06F5B4AB-CE17-4793-8DD2-2B9F0E67DAE9}" dt="2022-03-17T14:47:19.256" v="1084" actId="478"/>
          <ac:picMkLst>
            <pc:docMk/>
            <pc:sldMk cId="3054807929" sldId="290"/>
            <ac:picMk id="3" creationId="{4A7CAEA0-4249-4460-A4BF-44C0E268A9A8}"/>
          </ac:picMkLst>
        </pc:picChg>
        <pc:picChg chg="add del mod modCrop">
          <ac:chgData name="Alon Pinheiro" userId="4501e3c9-5ef7-40cc-a0c2-9ea35ef4d3fb" providerId="ADAL" clId="{06F5B4AB-CE17-4793-8DD2-2B9F0E67DAE9}" dt="2022-03-17T15:12:24.115" v="1166" actId="478"/>
          <ac:picMkLst>
            <pc:docMk/>
            <pc:sldMk cId="3054807929" sldId="290"/>
            <ac:picMk id="4" creationId="{F4FEA148-99D9-4C93-9FBA-97F71B01BD1F}"/>
          </ac:picMkLst>
        </pc:picChg>
        <pc:picChg chg="del">
          <ac:chgData name="Alon Pinheiro" userId="4501e3c9-5ef7-40cc-a0c2-9ea35ef4d3fb" providerId="ADAL" clId="{06F5B4AB-CE17-4793-8DD2-2B9F0E67DAE9}" dt="2022-03-17T14:47:24.130" v="1085" actId="478"/>
          <ac:picMkLst>
            <pc:docMk/>
            <pc:sldMk cId="3054807929" sldId="290"/>
            <ac:picMk id="11" creationId="{EBC4C546-CE2C-4691-B9A0-2DE01A31555A}"/>
          </ac:picMkLst>
        </pc:picChg>
        <pc:picChg chg="del">
          <ac:chgData name="Alon Pinheiro" userId="4501e3c9-5ef7-40cc-a0c2-9ea35ef4d3fb" providerId="ADAL" clId="{06F5B4AB-CE17-4793-8DD2-2B9F0E67DAE9}" dt="2022-03-17T14:47:25.480" v="1087" actId="478"/>
          <ac:picMkLst>
            <pc:docMk/>
            <pc:sldMk cId="3054807929" sldId="290"/>
            <ac:picMk id="13" creationId="{88162DED-97FF-45FB-B985-E0D70DBB6CEF}"/>
          </ac:picMkLst>
        </pc:picChg>
        <pc:picChg chg="del">
          <ac:chgData name="Alon Pinheiro" userId="4501e3c9-5ef7-40cc-a0c2-9ea35ef4d3fb" providerId="ADAL" clId="{06F5B4AB-CE17-4793-8DD2-2B9F0E67DAE9}" dt="2022-03-17T14:47:27.082" v="1089" actId="478"/>
          <ac:picMkLst>
            <pc:docMk/>
            <pc:sldMk cId="3054807929" sldId="290"/>
            <ac:picMk id="17" creationId="{BFC50DF8-B8DA-4199-B571-D81FDB5D3FEC}"/>
          </ac:picMkLst>
        </pc:picChg>
        <pc:picChg chg="del">
          <ac:chgData name="Alon Pinheiro" userId="4501e3c9-5ef7-40cc-a0c2-9ea35ef4d3fb" providerId="ADAL" clId="{06F5B4AB-CE17-4793-8DD2-2B9F0E67DAE9}" dt="2022-03-17T14:47:42.520" v="1092" actId="478"/>
          <ac:picMkLst>
            <pc:docMk/>
            <pc:sldMk cId="3054807929" sldId="290"/>
            <ac:picMk id="21" creationId="{B814E522-7832-4BCC-8BC4-96861A7617D9}"/>
          </ac:picMkLst>
        </pc:picChg>
        <pc:picChg chg="del">
          <ac:chgData name="Alon Pinheiro" userId="4501e3c9-5ef7-40cc-a0c2-9ea35ef4d3fb" providerId="ADAL" clId="{06F5B4AB-CE17-4793-8DD2-2B9F0E67DAE9}" dt="2022-03-17T14:47:18.050" v="1083" actId="478"/>
          <ac:picMkLst>
            <pc:docMk/>
            <pc:sldMk cId="3054807929" sldId="290"/>
            <ac:picMk id="57" creationId="{B7B9323D-05E9-4B4F-9661-0C01A1BEF925}"/>
          </ac:picMkLst>
        </pc:picChg>
        <pc:picChg chg="del">
          <ac:chgData name="Alon Pinheiro" userId="4501e3c9-5ef7-40cc-a0c2-9ea35ef4d3fb" providerId="ADAL" clId="{06F5B4AB-CE17-4793-8DD2-2B9F0E67DAE9}" dt="2022-03-17T14:47:17.222" v="1082" actId="478"/>
          <ac:picMkLst>
            <pc:docMk/>
            <pc:sldMk cId="3054807929" sldId="290"/>
            <ac:picMk id="59" creationId="{B163614B-4B6F-4049-B536-C0A13F1AEB59}"/>
          </ac:picMkLst>
        </pc:picChg>
        <pc:picChg chg="del">
          <ac:chgData name="Alon Pinheiro" userId="4501e3c9-5ef7-40cc-a0c2-9ea35ef4d3fb" providerId="ADAL" clId="{06F5B4AB-CE17-4793-8DD2-2B9F0E67DAE9}" dt="2022-03-17T14:47:57.320" v="1099" actId="478"/>
          <ac:picMkLst>
            <pc:docMk/>
            <pc:sldMk cId="3054807929" sldId="290"/>
            <ac:picMk id="71" creationId="{B7BC86B9-7AE3-4EDC-9C5B-0F4DF6AF4792}"/>
          </ac:picMkLst>
        </pc:picChg>
      </pc:sldChg>
      <pc:sldChg chg="add del ord">
        <pc:chgData name="Alon Pinheiro" userId="4501e3c9-5ef7-40cc-a0c2-9ea35ef4d3fb" providerId="ADAL" clId="{06F5B4AB-CE17-4793-8DD2-2B9F0E67DAE9}" dt="2022-03-15T15:55:30.053" v="846" actId="47"/>
        <pc:sldMkLst>
          <pc:docMk/>
          <pc:sldMk cId="2654128511" sldId="337"/>
        </pc:sldMkLst>
      </pc:sldChg>
      <pc:sldChg chg="addSp delSp modSp add del mod ord">
        <pc:chgData name="Alon Pinheiro" userId="4501e3c9-5ef7-40cc-a0c2-9ea35ef4d3fb" providerId="ADAL" clId="{06F5B4AB-CE17-4793-8DD2-2B9F0E67DAE9}" dt="2022-03-15T15:57:30.985" v="864" actId="47"/>
        <pc:sldMkLst>
          <pc:docMk/>
          <pc:sldMk cId="563516691" sldId="339"/>
        </pc:sldMkLst>
        <pc:spChg chg="add del mod ord">
          <ac:chgData name="Alon Pinheiro" userId="4501e3c9-5ef7-40cc-a0c2-9ea35ef4d3fb" providerId="ADAL" clId="{06F5B4AB-CE17-4793-8DD2-2B9F0E67DAE9}" dt="2022-03-15T15:56:22.014" v="853" actId="207"/>
          <ac:spMkLst>
            <pc:docMk/>
            <pc:sldMk cId="563516691" sldId="339"/>
            <ac:spMk id="10" creationId="{211F9B71-5306-4852-97F4-C3C4D06D2587}"/>
          </ac:spMkLst>
        </pc:spChg>
        <pc:spChg chg="mod">
          <ac:chgData name="Alon Pinheiro" userId="4501e3c9-5ef7-40cc-a0c2-9ea35ef4d3fb" providerId="ADAL" clId="{06F5B4AB-CE17-4793-8DD2-2B9F0E67DAE9}" dt="2022-03-15T15:56:57.838" v="861" actId="207"/>
          <ac:spMkLst>
            <pc:docMk/>
            <pc:sldMk cId="563516691" sldId="339"/>
            <ac:spMk id="11" creationId="{6711F272-2DE2-4E35-8FC0-011543FBFF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92AE4-902E-48B2-9255-8095BCF99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1989A1-958F-4635-88A3-04E1FE18D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F764E-9BF0-47EF-85E2-E1DEACB6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350AFC-E87C-4274-963C-BC80A921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C83BCC-DE95-4BEF-81A8-8DD2D109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2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1E961-F25B-492B-A4D3-C039D08D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1DE414-7937-4A8A-BF54-940B410F3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AC7E63-D370-42A2-ACCE-44BC5692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4DDC21-C29D-4C74-A963-06BD08FF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14055-D7D5-4161-89C3-2DABCF04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20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9CDA1-AF18-42D3-8CCB-568B50BC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AD57CA-CD86-451D-B30E-7D8CB2225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4C392E-7C01-48BE-BEE7-08E21C42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7F29B3-C5B8-4589-A748-FFF128DE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F38629-C0E3-4547-81F7-B0496507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70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77FBD-A8A5-4B6F-8A34-7F21A318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89D5DF-4A5A-403D-B988-20CDF4C20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47B23B-7EF7-4CBA-AEF4-AC0102C58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42189F-99DC-4D8E-ACBE-534DE6F25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D463E9-2E81-45D3-A989-067C3289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319204-A4F1-4466-A81B-43A5EFF3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57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5E2D1-FC7C-49D8-B758-99859406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71C35A-7B6B-41AA-9CE6-DE7E8F5CD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2CC46B-1269-43FB-A270-6965BAC9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1273D2-E8CF-42BB-B9D9-9136281A4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131A7D-D585-4A2B-A8A1-F1B471EFE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36454E5-6FBE-4697-A0A3-909BF039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598527-E0AA-4785-B021-F406224C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EFA216-5D78-4B36-A4EE-CE925F52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83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E7AF5-F340-4C5E-9D40-B4C43875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B2A4F3-1858-4ACB-88FA-35EB6D3C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D49CDE-E766-40F2-9F23-809B7F89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976498-5DDB-4048-8AF7-ED757C88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36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A9DF07-83D7-4BFD-91B0-9E795260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D8F5B7-0A75-471B-89E6-E37F6C1F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BEF6AD-F0A2-44D0-914F-2987266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6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74B8-F113-4BFC-9656-AEF3B243D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3F9106-9BF3-461D-820D-00E5F9CA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B555A6-C30B-4470-9FDF-8ACE5F5C8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5FD198-54C7-4E68-BA2A-CE6ECFA6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9F3410-9740-4BA4-B10D-D5799AB5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ECDD32-8028-4E05-B058-AEDEE067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33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2C14C-9D8D-4083-AD7E-0ADB106A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4C97D01-F927-4A29-93D9-01AE648B1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39FD69-F971-412F-ACA0-B28553E6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4D8B7F-0A4B-457A-88D8-711D4E7D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35BBB5-2504-4E0B-BECF-60CF40DE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C3D9B4-65DA-4205-AF89-11D3BEDB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50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E02CA-ED57-463B-8B41-CF5CC964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DA975B-02FB-4D9B-927F-5A2F81118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3E47B7-7A39-4DE4-92E9-2B6F4DB1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E735C-9EDE-4E80-B837-E0179720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5AE883-6F82-4E82-B756-4411A870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3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9641D1-E24D-441A-BA65-C7FEB2EF9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D2890C-3180-4A84-AB0D-558CDB32D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21D6C-FCCD-4155-95A5-D920C03D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3551B0-0352-4EF8-990E-DCE9042B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96D61E-D39B-49EA-86B5-0EB29E5A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74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A39D01-80ED-4C08-999E-302159E6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8BB35F-4429-4049-A6B8-84D5B60C8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B0D9D5-5F4B-4206-BD88-7D7289415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E984-ABC5-439F-8716-78C2836E9C19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2320E8-370B-4E0D-9C71-D035D0517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5221E-0FBD-4186-AA31-2C530BE09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9D246-6B7E-465E-B490-A5451285C1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26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usiness And Finance Background Concept 944 by KanawatTH | VideoHive">
            <a:extLst>
              <a:ext uri="{FF2B5EF4-FFF2-40B4-BE49-F238E27FC236}">
                <a16:creationId xmlns:a16="http://schemas.microsoft.com/office/drawing/2014/main" id="{68D20A31-D0F9-4C5C-8A5B-3160FC81C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" y="-1292"/>
            <a:ext cx="12181743" cy="6854812"/>
          </a:xfrm>
          <a:prstGeom prst="roundRect">
            <a:avLst>
              <a:gd name="adj" fmla="val 410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341C2E-6883-4EDB-8E19-E29051B4E4DA}"/>
              </a:ext>
            </a:extLst>
          </p:cNvPr>
          <p:cNvSpPr/>
          <p:nvPr/>
        </p:nvSpPr>
        <p:spPr>
          <a:xfrm>
            <a:off x="-41133" y="3188"/>
            <a:ext cx="12182535" cy="6854812"/>
          </a:xfrm>
          <a:prstGeom prst="roundRect">
            <a:avLst>
              <a:gd name="adj" fmla="val 3017"/>
            </a:avLst>
          </a:prstGeom>
          <a:solidFill>
            <a:srgbClr val="0D0D0D">
              <a:alpha val="8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CF7D42-3571-4D08-8419-5931AB5F93DC}"/>
              </a:ext>
            </a:extLst>
          </p:cNvPr>
          <p:cNvSpPr txBox="1"/>
          <p:nvPr/>
        </p:nvSpPr>
        <p:spPr>
          <a:xfrm>
            <a:off x="-245616" y="1695818"/>
            <a:ext cx="12683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200" b="1" i="0" u="none" strike="noStrike" kern="1200" cap="none" spc="0" normalizeH="0" baseline="0" noProof="0" dirty="0">
                <a:ln>
                  <a:noFill/>
                </a:ln>
                <a:solidFill>
                  <a:srgbClr val="FCE4BD"/>
                </a:solidFill>
                <a:effectLst>
                  <a:glow rad="101600">
                    <a:schemeClr val="accent4">
                      <a:satMod val="175000"/>
                      <a:alpha val="38000"/>
                    </a:schemeClr>
                  </a:glow>
                </a:effectLst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Dashboard Vendas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>
                <a:ln>
                  <a:noFill/>
                </a:ln>
                <a:solidFill>
                  <a:srgbClr val="FCE4BD"/>
                </a:solidFill>
                <a:effectLst>
                  <a:glow rad="101600">
                    <a:schemeClr val="accent4">
                      <a:satMod val="175000"/>
                      <a:alpha val="38000"/>
                    </a:schemeClr>
                  </a:glow>
                </a:effectLst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Hashtag Eletro</a:t>
            </a:r>
            <a:endParaRPr kumimoji="0" lang="pt-BR" sz="5400" b="1" i="0" u="none" strike="noStrike" kern="1200" cap="none" spc="0" normalizeH="0" baseline="0" noProof="0" dirty="0">
              <a:ln>
                <a:noFill/>
              </a:ln>
              <a:solidFill>
                <a:srgbClr val="FCE4BD"/>
              </a:solidFill>
              <a:effectLst>
                <a:glow rad="101600">
                  <a:schemeClr val="accent4">
                    <a:satMod val="175000"/>
                    <a:alpha val="38000"/>
                  </a:schemeClr>
                </a:glow>
              </a:effectLst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5D463B63-AA89-4F30-BD43-929CF48B8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99" y="4222761"/>
            <a:ext cx="1200200" cy="1200200"/>
          </a:xfrm>
          <a:prstGeom prst="rect">
            <a:avLst/>
          </a:prstGeom>
          <a:effectLst>
            <a:glow rad="63500">
              <a:srgbClr val="F9BD5C">
                <a:alpha val="40000"/>
              </a:srgbClr>
            </a:glo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53F557F-F72B-49B9-A314-589E101E03A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33" y="-103138"/>
            <a:ext cx="1357724" cy="1360541"/>
          </a:xfrm>
          <a:prstGeom prst="rect">
            <a:avLst/>
          </a:prstGeom>
          <a:effectLst>
            <a:glow rad="38100">
              <a:schemeClr val="accent4">
                <a:satMod val="175000"/>
                <a:alpha val="30000"/>
              </a:schemeClr>
            </a:glow>
          </a:effectLst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59D33AD-C41D-496A-80BD-C9289D5CF0BC}"/>
              </a:ext>
            </a:extLst>
          </p:cNvPr>
          <p:cNvSpPr/>
          <p:nvPr/>
        </p:nvSpPr>
        <p:spPr>
          <a:xfrm>
            <a:off x="4206928" y="5588867"/>
            <a:ext cx="3778141" cy="579120"/>
          </a:xfrm>
          <a:prstGeom prst="roundRect">
            <a:avLst>
              <a:gd name="adj" fmla="val 28948"/>
            </a:avLst>
          </a:prstGeom>
          <a:solidFill>
            <a:schemeClr val="tx1">
              <a:alpha val="84706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glow rad="25400">
              <a:srgbClr val="F9BD5C">
                <a:alpha val="40000"/>
              </a:srgbClr>
            </a:glow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700" b="0" i="0" u="none" strike="noStrike" kern="1200" cap="none" spc="17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139700">
                    <a:srgbClr val="F9BD5C">
                      <a:alpha val="40000"/>
                    </a:srgbClr>
                  </a:glow>
                </a:effectLst>
                <a:uLnTx/>
                <a:uFillTx/>
                <a:latin typeface="ORBITRON" pitchFamily="2" charset="0"/>
                <a:ea typeface="+mn-ea"/>
                <a:cs typeface="+mn-cs"/>
              </a:rPr>
              <a:t>IR PARA O DASHBOARD</a:t>
            </a:r>
          </a:p>
        </p:txBody>
      </p:sp>
    </p:spTree>
    <p:extLst>
      <p:ext uri="{BB962C8B-B14F-4D97-AF65-F5344CB8AC3E}">
        <p14:creationId xmlns:p14="http://schemas.microsoft.com/office/powerpoint/2010/main" val="225456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8CA38A-B0F9-4AF2-B944-D168B696BAF1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479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DC5D783-E39B-4486-B6C3-AE95BE6C9DEE}"/>
              </a:ext>
            </a:extLst>
          </p:cNvPr>
          <p:cNvSpPr/>
          <p:nvPr/>
        </p:nvSpPr>
        <p:spPr>
          <a:xfrm>
            <a:off x="913249" y="111760"/>
            <a:ext cx="11177151" cy="663448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80C5B4-B785-47C3-9DAE-60876FCE1970}"/>
              </a:ext>
            </a:extLst>
          </p:cNvPr>
          <p:cNvSpPr txBox="1"/>
          <p:nvPr/>
        </p:nvSpPr>
        <p:spPr>
          <a:xfrm>
            <a:off x="1907576" y="235772"/>
            <a:ext cx="29039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b="1" dirty="0">
                <a:solidFill>
                  <a:schemeClr val="bg1"/>
                </a:solidFill>
                <a:latin typeface="Montserrat Bold" panose="00000800000000000000" pitchFamily="2" charset="0"/>
              </a:rPr>
              <a:t>Dashboard de Vendas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5B56A8B-F850-4D35-9078-C6452818F416}"/>
              </a:ext>
            </a:extLst>
          </p:cNvPr>
          <p:cNvSpPr/>
          <p:nvPr/>
        </p:nvSpPr>
        <p:spPr>
          <a:xfrm>
            <a:off x="1101395" y="740676"/>
            <a:ext cx="2592000" cy="1341797"/>
          </a:xfrm>
          <a:prstGeom prst="roundRect">
            <a:avLst/>
          </a:prstGeom>
          <a:gradFill flip="none" rotWithShape="1">
            <a:gsLst>
              <a:gs pos="68000">
                <a:srgbClr val="222114">
                  <a:alpha val="25000"/>
                </a:srgbClr>
              </a:gs>
              <a:gs pos="0">
                <a:srgbClr val="040B0A"/>
              </a:gs>
              <a:gs pos="100000">
                <a:srgbClr val="F9BD5C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F9BD5C"/>
                </a:gs>
              </a:gsLst>
              <a:lin ang="20100000" scaled="0"/>
            </a:gradFill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9587F49-B7B8-4D02-85B7-F7CE32E85F5B}"/>
              </a:ext>
            </a:extLst>
          </p:cNvPr>
          <p:cNvSpPr/>
          <p:nvPr/>
        </p:nvSpPr>
        <p:spPr>
          <a:xfrm>
            <a:off x="3831957" y="740676"/>
            <a:ext cx="2592000" cy="1341797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0"/>
                </a:schemeClr>
              </a:gs>
              <a:gs pos="66000">
                <a:srgbClr val="040B0A">
                  <a:alpha val="27000"/>
                </a:srgbClr>
              </a:gs>
              <a:gs pos="100000">
                <a:srgbClr val="1AC0AD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1AC0AD"/>
                </a:gs>
              </a:gsLst>
              <a:lin ang="20100000" scaled="0"/>
            </a:gra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3DFD33D-DCE4-47E1-8C81-3AA9CA39C753}"/>
              </a:ext>
            </a:extLst>
          </p:cNvPr>
          <p:cNvSpPr/>
          <p:nvPr/>
        </p:nvSpPr>
        <p:spPr>
          <a:xfrm>
            <a:off x="6562519" y="722090"/>
            <a:ext cx="2592000" cy="1341797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0"/>
                </a:schemeClr>
              </a:gs>
              <a:gs pos="0">
                <a:srgbClr val="040B0A"/>
              </a:gs>
              <a:gs pos="70000">
                <a:schemeClr val="bg2">
                  <a:lumMod val="10000"/>
                  <a:alpha val="34000"/>
                </a:schemeClr>
              </a:gs>
              <a:gs pos="100000">
                <a:srgbClr val="DD7580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DD7580"/>
                </a:gs>
              </a:gsLst>
              <a:lin ang="20100000" scaled="0"/>
            </a:gra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78A284B-69A7-4AE6-A291-6C403F74447F}"/>
              </a:ext>
            </a:extLst>
          </p:cNvPr>
          <p:cNvSpPr/>
          <p:nvPr/>
        </p:nvSpPr>
        <p:spPr>
          <a:xfrm>
            <a:off x="1202673" y="862532"/>
            <a:ext cx="554690" cy="554690"/>
          </a:xfrm>
          <a:prstGeom prst="roundRect">
            <a:avLst>
              <a:gd name="adj" fmla="val 21667"/>
            </a:avLst>
          </a:prstGeom>
          <a:solidFill>
            <a:srgbClr val="F9BD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8A3737E0-0BF3-494C-8B50-D5A18469F520}"/>
              </a:ext>
            </a:extLst>
          </p:cNvPr>
          <p:cNvSpPr/>
          <p:nvPr/>
        </p:nvSpPr>
        <p:spPr>
          <a:xfrm>
            <a:off x="4010258" y="839052"/>
            <a:ext cx="554690" cy="554690"/>
          </a:xfrm>
          <a:prstGeom prst="roundRect">
            <a:avLst>
              <a:gd name="adj" fmla="val 32542"/>
            </a:avLst>
          </a:prstGeom>
          <a:solidFill>
            <a:srgbClr val="1AC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5E8D7874-8DC4-4099-BB9A-2DC47C929909}"/>
              </a:ext>
            </a:extLst>
          </p:cNvPr>
          <p:cNvSpPr/>
          <p:nvPr/>
        </p:nvSpPr>
        <p:spPr>
          <a:xfrm>
            <a:off x="6720798" y="815323"/>
            <a:ext cx="554690" cy="554690"/>
          </a:xfrm>
          <a:prstGeom prst="roundRect">
            <a:avLst>
              <a:gd name="adj" fmla="val 32542"/>
            </a:avLst>
          </a:prstGeom>
          <a:solidFill>
            <a:srgbClr val="DD7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FF709F5E-68F4-4BBF-9930-9C439BC818EF}"/>
              </a:ext>
            </a:extLst>
          </p:cNvPr>
          <p:cNvSpPr/>
          <p:nvPr/>
        </p:nvSpPr>
        <p:spPr>
          <a:xfrm>
            <a:off x="1101396" y="4739548"/>
            <a:ext cx="4141201" cy="1882846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B7BC86B9-7AE3-4EDC-9C5B-0F4DF6AF479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67283" y="4935560"/>
            <a:ext cx="179108" cy="179108"/>
          </a:xfrm>
          <a:prstGeom prst="rect">
            <a:avLst/>
          </a:prstGeom>
        </p:spPr>
      </p:pic>
      <p:pic>
        <p:nvPicPr>
          <p:cNvPr id="3" name="Imagem 2" descr="Uma imagem contendo luvas&#10;&#10;Descrição gerada automaticamente">
            <a:extLst>
              <a:ext uri="{FF2B5EF4-FFF2-40B4-BE49-F238E27FC236}">
                <a16:creationId xmlns:a16="http://schemas.microsoft.com/office/drawing/2014/main" id="{4A7CAEA0-4249-4460-A4BF-44C0E268A9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9BD5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09" y="5606143"/>
            <a:ext cx="1042003" cy="1042003"/>
          </a:xfrm>
          <a:prstGeom prst="rect">
            <a:avLst/>
          </a:prstGeom>
        </p:spPr>
      </p:pic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01F0795E-7625-4AB6-8650-7B1D6A7CFD97}"/>
              </a:ext>
            </a:extLst>
          </p:cNvPr>
          <p:cNvSpPr/>
          <p:nvPr/>
        </p:nvSpPr>
        <p:spPr>
          <a:xfrm>
            <a:off x="9328434" y="722090"/>
            <a:ext cx="2568926" cy="1341797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0"/>
                </a:schemeClr>
              </a:gs>
              <a:gs pos="0">
                <a:srgbClr val="040B0A"/>
              </a:gs>
              <a:gs pos="70000">
                <a:schemeClr val="bg2">
                  <a:lumMod val="10000"/>
                  <a:alpha val="34000"/>
                </a:schemeClr>
              </a:gs>
              <a:gs pos="100000">
                <a:srgbClr val="916491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DD7580"/>
                </a:gs>
              </a:gsLst>
              <a:lin ang="20100000" scaled="0"/>
            </a:gra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Imagem 10" descr="Forma&#10;&#10;Descrição gerada automaticamente com confiança baixa">
            <a:extLst>
              <a:ext uri="{FF2B5EF4-FFF2-40B4-BE49-F238E27FC236}">
                <a16:creationId xmlns:a16="http://schemas.microsoft.com/office/drawing/2014/main" id="{EBC4C546-CE2C-4691-B9A0-2DE01A315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03" y="984302"/>
            <a:ext cx="325030" cy="325030"/>
          </a:xfrm>
          <a:prstGeom prst="rect">
            <a:avLst/>
          </a:prstGeom>
        </p:spPr>
      </p:pic>
      <p:pic>
        <p:nvPicPr>
          <p:cNvPr id="13" name="Imagem 12" descr="Forma&#10;&#10;Descrição gerada automaticamente com confiança baixa">
            <a:extLst>
              <a:ext uri="{FF2B5EF4-FFF2-40B4-BE49-F238E27FC236}">
                <a16:creationId xmlns:a16="http://schemas.microsoft.com/office/drawing/2014/main" id="{88162DED-97FF-45FB-B985-E0D70DBB6C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555" y="966267"/>
            <a:ext cx="302096" cy="302094"/>
          </a:xfrm>
          <a:prstGeom prst="rect">
            <a:avLst/>
          </a:prstGeom>
        </p:spPr>
      </p:pic>
      <p:pic>
        <p:nvPicPr>
          <p:cNvPr id="17" name="Imagem 16" descr="Forma&#10;&#10;Descrição gerada automaticamente com confiança baixa">
            <a:extLst>
              <a:ext uri="{FF2B5EF4-FFF2-40B4-BE49-F238E27FC236}">
                <a16:creationId xmlns:a16="http://schemas.microsoft.com/office/drawing/2014/main" id="{BFC50DF8-B8DA-4199-B571-D81FDB5D3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995" y="922207"/>
            <a:ext cx="351704" cy="35170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6807763A-047A-464D-8D9B-D5654C42272A}"/>
              </a:ext>
            </a:extLst>
          </p:cNvPr>
          <p:cNvSpPr/>
          <p:nvPr/>
        </p:nvSpPr>
        <p:spPr>
          <a:xfrm>
            <a:off x="9480988" y="815323"/>
            <a:ext cx="554690" cy="554690"/>
          </a:xfrm>
          <a:prstGeom prst="roundRect">
            <a:avLst>
              <a:gd name="adj" fmla="val 32542"/>
            </a:avLst>
          </a:prstGeom>
          <a:solidFill>
            <a:srgbClr val="916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Imagem 20" descr="Forma&#10;&#10;Descrição gerada automaticamente com confiança baixa">
            <a:extLst>
              <a:ext uri="{FF2B5EF4-FFF2-40B4-BE49-F238E27FC236}">
                <a16:creationId xmlns:a16="http://schemas.microsoft.com/office/drawing/2014/main" id="{B814E522-7832-4BCC-8BC4-96861A761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296" y="922206"/>
            <a:ext cx="362073" cy="362073"/>
          </a:xfrm>
          <a:prstGeom prst="rect">
            <a:avLst/>
          </a:prstGeom>
        </p:spPr>
      </p:pic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CFACC262-7532-4157-A59D-D4E9EDDAF314}"/>
              </a:ext>
            </a:extLst>
          </p:cNvPr>
          <p:cNvSpPr/>
          <p:nvPr/>
        </p:nvSpPr>
        <p:spPr>
          <a:xfrm>
            <a:off x="1101396" y="2235043"/>
            <a:ext cx="7335034" cy="2350697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A91D80D4-D4AF-4698-A612-73FCB1D3BFD3}"/>
              </a:ext>
            </a:extLst>
          </p:cNvPr>
          <p:cNvSpPr/>
          <p:nvPr/>
        </p:nvSpPr>
        <p:spPr>
          <a:xfrm>
            <a:off x="1033906" y="4892118"/>
            <a:ext cx="2459114" cy="324990"/>
          </a:xfrm>
          <a:prstGeom prst="roundRect">
            <a:avLst>
              <a:gd name="adj" fmla="val 34215"/>
            </a:avLst>
          </a:prstGeom>
          <a:solidFill>
            <a:srgbClr val="1AC0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008BE92A-8DAC-4C84-BF4A-C821BC980EC2}"/>
              </a:ext>
            </a:extLst>
          </p:cNvPr>
          <p:cNvSpPr txBox="1"/>
          <p:nvPr/>
        </p:nvSpPr>
        <p:spPr>
          <a:xfrm>
            <a:off x="515746" y="4903195"/>
            <a:ext cx="2903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chemeClr val="bg1"/>
                </a:solidFill>
                <a:latin typeface="Montserrat Bold" panose="00000800000000000000" pitchFamily="2" charset="0"/>
              </a:rPr>
              <a:t>Resumo Vendas Online</a:t>
            </a:r>
            <a:endParaRPr lang="pt-BR" sz="1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61903A7-C55B-467D-836A-82AD339EAE59}"/>
              </a:ext>
            </a:extLst>
          </p:cNvPr>
          <p:cNvSpPr/>
          <p:nvPr/>
        </p:nvSpPr>
        <p:spPr>
          <a:xfrm>
            <a:off x="8572333" y="2235044"/>
            <a:ext cx="3325027" cy="4387350"/>
          </a:xfrm>
          <a:prstGeom prst="roundRect">
            <a:avLst>
              <a:gd name="adj" fmla="val 5391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B7B9323D-05E9-4B4F-9661-0C01A1BEF9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6" y="2148863"/>
            <a:ext cx="605471" cy="605471"/>
          </a:xfrm>
          <a:prstGeom prst="rect">
            <a:avLst/>
          </a:prstGeom>
          <a:effectLst>
            <a:glow rad="63500">
              <a:schemeClr val="accent4">
                <a:satMod val="175000"/>
                <a:alpha val="23000"/>
              </a:schemeClr>
            </a:glow>
          </a:effectLst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B163614B-4B6F-4049-B536-C0A13F1AEB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36" y="209854"/>
            <a:ext cx="605470" cy="605470"/>
          </a:xfrm>
          <a:prstGeom prst="rect">
            <a:avLst/>
          </a:prstGeom>
          <a:effectLst>
            <a:glow rad="63500">
              <a:schemeClr val="accent4">
                <a:satMod val="175000"/>
                <a:alpha val="23000"/>
              </a:schemeClr>
            </a:glow>
          </a:effectLst>
        </p:spPr>
      </p:pic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07B87CBB-AEC4-40F1-8DE9-95A4C79B64B7}"/>
              </a:ext>
            </a:extLst>
          </p:cNvPr>
          <p:cNvSpPr/>
          <p:nvPr/>
        </p:nvSpPr>
        <p:spPr>
          <a:xfrm>
            <a:off x="5378500" y="4739548"/>
            <a:ext cx="3057930" cy="1882846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457FC5AF-4AC4-44AA-FADE-D9AF9CF0ED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71" y="1179694"/>
            <a:ext cx="604800" cy="604800"/>
          </a:xfrm>
          <a:prstGeom prst="rect">
            <a:avLst/>
          </a:prstGeom>
          <a:effectLst>
            <a:glow rad="63500">
              <a:schemeClr val="accent4">
                <a:satMod val="175000"/>
                <a:alpha val="2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0759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8CA38A-B0F9-4AF2-B944-D168B696BAF1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479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DC5D783-E39B-4486-B6C3-AE95BE6C9DEE}"/>
              </a:ext>
            </a:extLst>
          </p:cNvPr>
          <p:cNvSpPr/>
          <p:nvPr/>
        </p:nvSpPr>
        <p:spPr>
          <a:xfrm>
            <a:off x="913248" y="0"/>
            <a:ext cx="11177151" cy="685800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Uma imagem contendo luvas&#10;&#10;Descrição gerada automaticamente">
            <a:extLst>
              <a:ext uri="{FF2B5EF4-FFF2-40B4-BE49-F238E27FC236}">
                <a16:creationId xmlns:a16="http://schemas.microsoft.com/office/drawing/2014/main" id="{4A7CAEA0-4249-4460-A4BF-44C0E268A9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9BD5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09" y="5606143"/>
            <a:ext cx="1042003" cy="1042003"/>
          </a:xfrm>
          <a:prstGeom prst="rect">
            <a:avLst/>
          </a:prstGeom>
        </p:spPr>
      </p:pic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CFACC262-7532-4157-A59D-D4E9EDDAF314}"/>
              </a:ext>
            </a:extLst>
          </p:cNvPr>
          <p:cNvSpPr/>
          <p:nvPr/>
        </p:nvSpPr>
        <p:spPr>
          <a:xfrm>
            <a:off x="1101397" y="1163246"/>
            <a:ext cx="7314816" cy="349188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B163614B-4B6F-4049-B536-C0A13F1AE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28" y="209854"/>
            <a:ext cx="605470" cy="605470"/>
          </a:xfrm>
          <a:prstGeom prst="rect">
            <a:avLst/>
          </a:prstGeom>
          <a:effectLst>
            <a:glow rad="63500">
              <a:schemeClr val="accent4">
                <a:satMod val="175000"/>
                <a:alpha val="23000"/>
              </a:schemeClr>
            </a:glow>
          </a:effectLst>
        </p:spPr>
      </p:pic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07B87CBB-AEC4-40F1-8DE9-95A4C79B64B7}"/>
              </a:ext>
            </a:extLst>
          </p:cNvPr>
          <p:cNvSpPr/>
          <p:nvPr/>
        </p:nvSpPr>
        <p:spPr>
          <a:xfrm>
            <a:off x="8527216" y="1186995"/>
            <a:ext cx="3443960" cy="5435400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AF8760C-C5BD-C317-F95F-6D68AFA631FD}"/>
              </a:ext>
            </a:extLst>
          </p:cNvPr>
          <p:cNvSpPr/>
          <p:nvPr/>
        </p:nvSpPr>
        <p:spPr>
          <a:xfrm>
            <a:off x="1101396" y="209854"/>
            <a:ext cx="10869780" cy="605470"/>
          </a:xfrm>
          <a:prstGeom prst="roundRect">
            <a:avLst>
              <a:gd name="adj" fmla="val 8192"/>
            </a:avLst>
          </a:prstGeom>
          <a:gradFill flip="none" rotWithShape="1">
            <a:gsLst>
              <a:gs pos="97000">
                <a:srgbClr val="222114">
                  <a:alpha val="25000"/>
                </a:srgbClr>
              </a:gs>
              <a:gs pos="0">
                <a:srgbClr val="040B0A"/>
              </a:gs>
              <a:gs pos="100000">
                <a:srgbClr val="F9BD5C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F9BD5C"/>
                </a:gs>
              </a:gsLst>
              <a:lin ang="20100000" scaled="0"/>
            </a:gradFill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25903589-272D-D794-D7C0-8FCB2F94F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3" y="1177894"/>
            <a:ext cx="608400" cy="608400"/>
          </a:xfrm>
          <a:prstGeom prst="rect">
            <a:avLst/>
          </a:prstGeom>
          <a:effectLst>
            <a:glow rad="63500">
              <a:schemeClr val="accent4">
                <a:satMod val="175000"/>
                <a:alpha val="23000"/>
              </a:schemeClr>
            </a:glow>
          </a:effectLst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80C5B4-B785-47C3-9DAE-60876FCE1970}"/>
              </a:ext>
            </a:extLst>
          </p:cNvPr>
          <p:cNvSpPr txBox="1"/>
          <p:nvPr/>
        </p:nvSpPr>
        <p:spPr>
          <a:xfrm>
            <a:off x="1907576" y="817662"/>
            <a:ext cx="290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 Bold" panose="00000800000000000000" pitchFamily="2" charset="0"/>
              </a:rPr>
              <a:t>Análise Devoluções</a:t>
            </a:r>
            <a:endParaRPr lang="pt-BR" b="1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80885B0-BC69-4C60-9FA0-DDAA2C6F48E9}"/>
              </a:ext>
            </a:extLst>
          </p:cNvPr>
          <p:cNvSpPr/>
          <p:nvPr/>
        </p:nvSpPr>
        <p:spPr>
          <a:xfrm>
            <a:off x="1101397" y="4655128"/>
            <a:ext cx="7314815" cy="2031087"/>
          </a:xfrm>
          <a:prstGeom prst="roundRect">
            <a:avLst>
              <a:gd name="adj" fmla="val 8192"/>
            </a:avLst>
          </a:prstGeom>
          <a:gradFill flip="none" rotWithShape="1">
            <a:gsLst>
              <a:gs pos="97000">
                <a:srgbClr val="222114">
                  <a:alpha val="25000"/>
                </a:srgbClr>
              </a:gs>
              <a:gs pos="0">
                <a:srgbClr val="040B0A"/>
              </a:gs>
              <a:gs pos="100000">
                <a:srgbClr val="F9BD5C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F9BD5C"/>
                </a:gs>
              </a:gsLst>
              <a:lin ang="20100000" scaled="0"/>
            </a:gradFill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4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8CA38A-B0F9-4AF2-B944-D168B696BAF1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479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DC5D783-E39B-4486-B6C3-AE95BE6C9DEE}"/>
              </a:ext>
            </a:extLst>
          </p:cNvPr>
          <p:cNvSpPr/>
          <p:nvPr/>
        </p:nvSpPr>
        <p:spPr>
          <a:xfrm>
            <a:off x="163902" y="111760"/>
            <a:ext cx="11895826" cy="6664960"/>
          </a:xfrm>
          <a:prstGeom prst="roundRect">
            <a:avLst>
              <a:gd name="adj" fmla="val 479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5B56A8B-F850-4D35-9078-C6452818F416}"/>
              </a:ext>
            </a:extLst>
          </p:cNvPr>
          <p:cNvSpPr/>
          <p:nvPr/>
        </p:nvSpPr>
        <p:spPr>
          <a:xfrm>
            <a:off x="267420" y="127099"/>
            <a:ext cx="11760678" cy="1080000"/>
          </a:xfrm>
          <a:prstGeom prst="roundRect">
            <a:avLst/>
          </a:prstGeom>
          <a:gradFill flip="none" rotWithShape="1">
            <a:gsLst>
              <a:gs pos="100000">
                <a:srgbClr val="222114">
                  <a:alpha val="25000"/>
                </a:srgbClr>
              </a:gs>
              <a:gs pos="0">
                <a:srgbClr val="040B0A"/>
              </a:gs>
              <a:gs pos="100000">
                <a:srgbClr val="F9BD5C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F9BD5C"/>
                </a:gs>
              </a:gsLst>
              <a:lin ang="20100000" scaled="0"/>
            </a:gradFill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9587F49-B7B8-4D02-85B7-F7CE32E85F5B}"/>
              </a:ext>
            </a:extLst>
          </p:cNvPr>
          <p:cNvSpPr/>
          <p:nvPr/>
        </p:nvSpPr>
        <p:spPr>
          <a:xfrm>
            <a:off x="8171728" y="1318858"/>
            <a:ext cx="3888000" cy="1620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0"/>
                </a:schemeClr>
              </a:gs>
              <a:gs pos="66000">
                <a:srgbClr val="040B0A">
                  <a:alpha val="27000"/>
                </a:srgbClr>
              </a:gs>
              <a:gs pos="100000">
                <a:srgbClr val="1AC0AD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1AC0AD"/>
                </a:gs>
              </a:gsLst>
              <a:lin ang="20100000" scaled="0"/>
            </a:gra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CFACC262-7532-4157-A59D-D4E9EDDAF314}"/>
              </a:ext>
            </a:extLst>
          </p:cNvPr>
          <p:cNvSpPr/>
          <p:nvPr/>
        </p:nvSpPr>
        <p:spPr>
          <a:xfrm>
            <a:off x="267420" y="3050618"/>
            <a:ext cx="11760678" cy="3695622"/>
          </a:xfrm>
          <a:prstGeom prst="roundRect">
            <a:avLst>
              <a:gd name="adj" fmla="val 8192"/>
            </a:avLst>
          </a:prstGeom>
          <a:solidFill>
            <a:srgbClr val="171719"/>
          </a:solidFill>
          <a:ln>
            <a:gradFill flip="none" rotWithShape="1">
              <a:gsLst>
                <a:gs pos="0">
                  <a:srgbClr val="171719">
                    <a:lumMod val="82000"/>
                    <a:alpha val="96000"/>
                  </a:srgbClr>
                </a:gs>
                <a:gs pos="71000">
                  <a:srgbClr val="093F39"/>
                </a:gs>
                <a:gs pos="100000">
                  <a:srgbClr val="1AC0AD"/>
                </a:gs>
              </a:gsLst>
              <a:lin ang="18900000" scaled="1"/>
              <a:tileRect/>
            </a:gradFill>
          </a:ln>
          <a:effectLst>
            <a:innerShdw blurRad="63500" dist="50800" dir="10800000">
              <a:prstClr val="black">
                <a:alpha val="31000"/>
              </a:prstClr>
            </a:innerShdw>
          </a:effectLst>
          <a:scene3d>
            <a:camera prst="orthographicFront"/>
            <a:lightRig rig="fla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33CC82F-96B1-9C08-1700-5C0352525AC2}"/>
              </a:ext>
            </a:extLst>
          </p:cNvPr>
          <p:cNvSpPr/>
          <p:nvPr/>
        </p:nvSpPr>
        <p:spPr>
          <a:xfrm>
            <a:off x="267420" y="1318858"/>
            <a:ext cx="3888000" cy="1620000"/>
          </a:xfrm>
          <a:prstGeom prst="roundRect">
            <a:avLst/>
          </a:prstGeom>
          <a:gradFill flip="none" rotWithShape="1">
            <a:gsLst>
              <a:gs pos="0">
                <a:schemeClr val="tx1">
                  <a:lumMod val="100000"/>
                </a:schemeClr>
              </a:gs>
              <a:gs pos="66000">
                <a:srgbClr val="040B0A">
                  <a:alpha val="27000"/>
                </a:srgbClr>
              </a:gs>
              <a:gs pos="100000">
                <a:srgbClr val="1AC0AD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1AC0AD"/>
                </a:gs>
              </a:gsLst>
              <a:lin ang="20100000" scaled="0"/>
            </a:gra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61F28BF-19C6-AA84-2CF3-773E34C7E1A9}"/>
              </a:ext>
            </a:extLst>
          </p:cNvPr>
          <p:cNvSpPr/>
          <p:nvPr/>
        </p:nvSpPr>
        <p:spPr>
          <a:xfrm>
            <a:off x="4219574" y="1318858"/>
            <a:ext cx="3888000" cy="1620000"/>
          </a:xfrm>
          <a:prstGeom prst="roundRect">
            <a:avLst/>
          </a:prstGeom>
          <a:gradFill flip="none" rotWithShape="1">
            <a:gsLst>
              <a:gs pos="68000">
                <a:srgbClr val="222114">
                  <a:alpha val="25000"/>
                </a:srgbClr>
              </a:gs>
              <a:gs pos="0">
                <a:srgbClr val="040B0A"/>
              </a:gs>
              <a:gs pos="100000">
                <a:srgbClr val="F9BD5C"/>
              </a:gs>
            </a:gsLst>
            <a:lin ang="18900000" scaled="1"/>
            <a:tileRect/>
          </a:gradFill>
          <a:ln>
            <a:gradFill>
              <a:gsLst>
                <a:gs pos="71000">
                  <a:schemeClr val="tx1">
                    <a:alpha val="18000"/>
                  </a:schemeClr>
                </a:gs>
                <a:gs pos="100000">
                  <a:srgbClr val="F9BD5C"/>
                </a:gs>
              </a:gsLst>
              <a:lin ang="20100000" scaled="0"/>
            </a:gradFill>
          </a:ln>
          <a:effectLst>
            <a:outerShdw blurRad="177800" dist="152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80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555"/>
    </mc:Choice>
    <mc:Fallback xmlns="">
      <p:transition spd="slow" advTm="5555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16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Montserrat Bold</vt:lpstr>
      <vt:lpstr>ORBITRON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Edição Hashtag</dc:creator>
  <cp:lastModifiedBy>Andrew de Jesus</cp:lastModifiedBy>
  <cp:revision>16</cp:revision>
  <dcterms:created xsi:type="dcterms:W3CDTF">2022-03-03T17:42:29Z</dcterms:created>
  <dcterms:modified xsi:type="dcterms:W3CDTF">2024-05-15T16:03:28Z</dcterms:modified>
</cp:coreProperties>
</file>